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0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9" r:id="rId1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94669"/>
  </p:normalViewPr>
  <p:slideViewPr>
    <p:cSldViewPr snapToGrid="0">
      <p:cViewPr>
        <p:scale>
          <a:sx n="90" d="100"/>
          <a:sy n="90" d="100"/>
        </p:scale>
        <p:origin x="1264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0FCF-407B-203F-BD5E-7AE432A7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04F00-41B5-C265-0CF2-0D1EB91D9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D51CC-61F7-102B-5982-CB8ED20CF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67420-5A5F-77DC-6ED4-DAD06112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49F74-F0D6-C93F-B474-4BB4F0A2F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9904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58DE-2CC2-90F7-932C-ED578D1E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0F155-CD49-FF46-A910-EBE0EF454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CDE57-D586-164A-00C2-4D105A594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6ED3A-7CC7-AB3C-5348-D8D250714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C04FB-FD51-B1C3-269B-CEF698FD5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8694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B9C9F-DD4E-B823-3C97-E3E4273DE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908F4-B8F1-6958-8345-4990D7353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F32D5-8419-C290-7B57-149CA3698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FF7A8-675C-6955-3AA7-86B3D95C0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E4D17-1835-1856-D762-AC8CEB3F6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28095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1FFBD-00BB-BB96-580C-FB69EC7D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56FD8-26D3-B57A-0B52-C449B29482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F7001-47B7-9C29-B564-5B6AAA30D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553E7-FC40-5060-93EA-BF12C704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FFF26-DE73-46EA-C794-3092CFEB8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65D62-F84F-0DF6-F90A-6FED683A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6292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FA501-9122-819F-1AC2-D5BAB4927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29A8C-3341-2A8E-9C19-21500D8B8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6758-6871-837D-F1A0-5D84772A0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D8030-D568-AFC2-0042-854FC46F4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532BC-4215-EE3C-F65E-44DCC78B1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93C098-5065-669D-FE2E-385BDF5C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2026/5/7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47B35A-C158-5C49-1E8D-110B789C1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E09F0-C30C-3AC9-E872-FBF4A28C9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80407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FAC30-3BC3-8C9E-8CA8-0415CF18E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8E65DB-6F23-0067-8402-66CE6F6F1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2026/5/7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7D977-9441-B359-D0CE-9BACB1C40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656DB-E979-738B-0847-7332167FA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031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85674C-ED51-41D7-86A5-E161ED046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2026/5/7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9EE67D-3403-1EDD-6EF1-846CACDF7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582F9-ACE6-30BD-B738-8191A2D2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01952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2684B-12F3-323D-142B-4DF8B4BB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969D0-34A5-37A1-354B-49195179D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9A5247-2524-8137-B7B5-A5CE6F648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B1219-7418-56CF-1D86-63645473B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EAB6E-6A08-3CCA-50A1-721CB3836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02C54-55C1-F70B-1306-517A3171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4495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0A523-B4A1-B7CD-4C74-48BAEA82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7C37A-AF02-C7E4-4A3B-17801E97F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72D0D-D4D5-07BE-180C-D7AAE8376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50CF6-75DC-2B11-24E6-2FD26F7C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2B1EB-57CC-09D9-7A2E-AD6F637BD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2FE8-4643-794B-86B0-34AA231DC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18464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81EB-B7A7-2F2A-089E-99F33BDED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AA95D-A571-AA1E-819B-4BAA0DBB7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EC448-CC93-F10D-C8FC-BFB622367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D6A14-F01C-DAAD-CEB5-47B407E2D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0A623-F028-844E-ADE8-98DC94C82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73835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E053FD-192D-65BA-6D39-8CDFBE48B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1EC91-2A7A-435D-3680-951964BBF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D0A25-3C42-A769-AEBD-CE5A7D371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FFD41-6EB9-CA7A-2FFE-60B8E322D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3E168-1FBA-ADED-DF3C-FEDB04C22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88249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E93382-66AD-60FE-D8AD-6B9F00C76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B29AE-0E97-9874-C056-48596C874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E9EA4-F0C2-BAB8-5959-B33C94BC5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FDB4A-8EE4-1645-ADF0-31732329A8FA}" type="datetimeFigureOut">
              <a:rPr lang="en-CN" smtClean="0"/>
              <a:t>2026/5/7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4E6C4-22F5-1E69-4BDB-687DC67A6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780A8-7096-9474-CA42-9DE3291DC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8225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kai.png">
            <a:extLst>
              <a:ext uri="{FF2B5EF4-FFF2-40B4-BE49-F238E27FC236}">
                <a16:creationId xmlns:a16="http://schemas.microsoft.com/office/drawing/2014/main" id="{CD5A3A65-7ABE-F1FD-89A6-675B6925C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822" y="643465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D31BC8-90A7-0EB9-7BF6-C8F89518C243}"/>
              </a:ext>
            </a:extLst>
          </p:cNvPr>
          <p:cNvSpPr txBox="1"/>
          <p:nvPr/>
        </p:nvSpPr>
        <p:spPr>
          <a:xfrm>
            <a:off x="6385302" y="2413336"/>
            <a:ext cx="34342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CN" sz="6000" dirty="0"/>
              <a:t>This is Kai</a:t>
            </a:r>
          </a:p>
        </p:txBody>
      </p:sp>
    </p:spTree>
    <p:extLst>
      <p:ext uri="{BB962C8B-B14F-4D97-AF65-F5344CB8AC3E}">
        <p14:creationId xmlns:p14="http://schemas.microsoft.com/office/powerpoint/2010/main" val="358663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6DE52-497B-1984-09B5-4042C5977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kai.png">
            <a:extLst>
              <a:ext uri="{FF2B5EF4-FFF2-40B4-BE49-F238E27FC236}">
                <a16:creationId xmlns:a16="http://schemas.microsoft.com/office/drawing/2014/main" id="{D5E7DB90-879E-A69E-5531-FAB2ADC67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822" y="643465"/>
            <a:ext cx="4066877" cy="55710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4B2DDA-3D70-3231-491A-4DEB45CC4BCB}"/>
              </a:ext>
            </a:extLst>
          </p:cNvPr>
          <p:cNvSpPr txBox="1"/>
          <p:nvPr/>
        </p:nvSpPr>
        <p:spPr>
          <a:xfrm>
            <a:off x="6385302" y="2413336"/>
            <a:ext cx="446410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CN" sz="6000" dirty="0"/>
              <a:t>Kai has three</a:t>
            </a:r>
          </a:p>
          <a:p>
            <a:r>
              <a:rPr lang="en-CN" sz="6000" dirty="0"/>
              <a:t>cookies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F2E932-A042-036A-2205-8B7CF53A7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822" y="3428999"/>
            <a:ext cx="2019300" cy="2425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C4872D-7AEC-202F-AD53-697756845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822" y="3904343"/>
            <a:ext cx="2155814" cy="108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830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2F93D-A459-FA44-3238-B43D177E6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8569A2-EE85-2FD0-F3EE-FE2215E1AFA6}"/>
              </a:ext>
            </a:extLst>
          </p:cNvPr>
          <p:cNvSpPr txBox="1"/>
          <p:nvPr/>
        </p:nvSpPr>
        <p:spPr>
          <a:xfrm>
            <a:off x="6295954" y="2676058"/>
            <a:ext cx="3815665" cy="150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This is Ruby</a:t>
            </a:r>
          </a:p>
        </p:txBody>
      </p:sp>
      <p:pic>
        <p:nvPicPr>
          <p:cNvPr id="2" name="Picture 1" descr="Ruby.png">
            <a:extLst>
              <a:ext uri="{FF2B5EF4-FFF2-40B4-BE49-F238E27FC236}">
                <a16:creationId xmlns:a16="http://schemas.microsoft.com/office/drawing/2014/main" id="{87B74FB0-1665-9996-6BB2-7A7F88610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080" y="643465"/>
            <a:ext cx="4015619" cy="535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861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6DE52-497B-1984-09B5-4042C5977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uby.png">
            <a:extLst>
              <a:ext uri="{FF2B5EF4-FFF2-40B4-BE49-F238E27FC236}">
                <a16:creationId xmlns:a16="http://schemas.microsoft.com/office/drawing/2014/main" id="{EC51E8EA-BE21-D4C6-65CF-9B5DE3B80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080" y="643465"/>
            <a:ext cx="4015619" cy="53560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4B2DDA-3D70-3231-491A-4DEB45CC4BCB}"/>
              </a:ext>
            </a:extLst>
          </p:cNvPr>
          <p:cNvSpPr txBox="1"/>
          <p:nvPr/>
        </p:nvSpPr>
        <p:spPr>
          <a:xfrm>
            <a:off x="6385302" y="2413336"/>
            <a:ext cx="510627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CN" sz="6000" dirty="0"/>
              <a:t>Ruby has three</a:t>
            </a:r>
          </a:p>
          <a:p>
            <a:r>
              <a:rPr lang="en-CN" sz="6000" dirty="0"/>
              <a:t>cookies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F2E932-A042-036A-2205-8B7CF53A7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080" y="3428999"/>
            <a:ext cx="2019300" cy="2425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C4872D-7AEC-202F-AD53-697756845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1080" y="3904343"/>
            <a:ext cx="2155814" cy="108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036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Ruby.png">
            <a:extLst>
              <a:ext uri="{FF2B5EF4-FFF2-40B4-BE49-F238E27FC236}">
                <a16:creationId xmlns:a16="http://schemas.microsoft.com/office/drawing/2014/main" id="{FF028D4C-3AF0-E81A-F4AB-DB128E1EA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981" y="945059"/>
            <a:ext cx="3242219" cy="4441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DD7975-2AD7-1F52-C82E-185974A00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578" y="3087242"/>
            <a:ext cx="1530514" cy="18385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16E561-C4BC-AD26-B342-4B4818B66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5108" y="3429000"/>
            <a:ext cx="1633984" cy="8237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DF31F3-87E4-3C11-7675-6D25A2E53B8B}"/>
              </a:ext>
            </a:extLst>
          </p:cNvPr>
          <p:cNvSpPr txBox="1"/>
          <p:nvPr/>
        </p:nvSpPr>
        <p:spPr>
          <a:xfrm>
            <a:off x="2035781" y="5386457"/>
            <a:ext cx="822960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4400"/>
            </a:pPr>
            <a:r>
              <a:rPr lang="en-CN" sz="4400" dirty="0"/>
              <a:t>Sam is walking his wolf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7100BD-8D02-339E-6FA9-C55F84DF4F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6443" y="945059"/>
            <a:ext cx="3296350" cy="444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14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7007D-7776-FF43-F77B-593DD691F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Ruby.png">
            <a:extLst>
              <a:ext uri="{FF2B5EF4-FFF2-40B4-BE49-F238E27FC236}">
                <a16:creationId xmlns:a16="http://schemas.microsoft.com/office/drawing/2014/main" id="{61080385-A375-9824-0056-CBF34AB06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981" y="945059"/>
            <a:ext cx="3242219" cy="4441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8F75A3-1A8F-5B2C-1F25-FA6F80BD3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578" y="3087242"/>
            <a:ext cx="1530514" cy="18385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FE48C4-F360-9845-ADBD-ABA1862CB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5108" y="3429000"/>
            <a:ext cx="1633984" cy="8237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F8BAF8-4D4C-67B3-D42F-12AA7762A0B5}"/>
              </a:ext>
            </a:extLst>
          </p:cNvPr>
          <p:cNvSpPr txBox="1"/>
          <p:nvPr/>
        </p:nvSpPr>
        <p:spPr>
          <a:xfrm>
            <a:off x="2035781" y="5386457"/>
            <a:ext cx="90994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4400"/>
            </a:pPr>
            <a:r>
              <a:rPr lang="en-CN" sz="4400" dirty="0"/>
              <a:t>The wolf broke free from the leash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9AF6BA-3708-8185-48F1-017344DAF3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0296" y="945058"/>
            <a:ext cx="3304061" cy="444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757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9DD85-7990-2319-CE13-3913CD825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Ruby.png">
            <a:extLst>
              <a:ext uri="{FF2B5EF4-FFF2-40B4-BE49-F238E27FC236}">
                <a16:creationId xmlns:a16="http://schemas.microsoft.com/office/drawing/2014/main" id="{6D2FD101-61E8-DC5D-6598-DB4DCAC21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981" y="945059"/>
            <a:ext cx="3242219" cy="4441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5CEA2F-E85C-B84D-34C3-78052B55E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578" y="3087242"/>
            <a:ext cx="1530514" cy="18385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20961D-0712-2A18-7006-9BAF3F9C2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5108" y="3429000"/>
            <a:ext cx="1633984" cy="8237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8B65B1-C1D9-BDE8-047B-816E1267ECC5}"/>
              </a:ext>
            </a:extLst>
          </p:cNvPr>
          <p:cNvSpPr txBox="1"/>
          <p:nvPr/>
        </p:nvSpPr>
        <p:spPr>
          <a:xfrm>
            <a:off x="2035781" y="5386457"/>
            <a:ext cx="90994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4400"/>
            </a:pPr>
            <a:r>
              <a:rPr lang="en-CN" sz="4400" dirty="0"/>
              <a:t>The wolf broke free from the leash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8D2174-5B07-0196-D4B5-84E7FD58A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0660" y="1074165"/>
            <a:ext cx="3189179" cy="43122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81F1B1-67FE-1807-64B0-318AA83BF5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2638898" y="2989889"/>
            <a:ext cx="1874525" cy="252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031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427 0.0625 L 0.30937 0.00023 " pathEditMode="relative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AF87F-42F2-1F90-60F6-2046A3663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AB724E-4D90-ABD6-5ABA-5DBDE50E8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5141" y="945059"/>
            <a:ext cx="2488450" cy="43514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22FD22-06C9-E5BA-CF51-A598CE022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578" y="3087242"/>
            <a:ext cx="1530514" cy="18385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44ABC6-65AE-D712-7104-0FB8EF345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5108" y="3429000"/>
            <a:ext cx="1633984" cy="8237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94AA1B-54A7-66C6-1106-4B60652D118C}"/>
              </a:ext>
            </a:extLst>
          </p:cNvPr>
          <p:cNvSpPr txBox="1"/>
          <p:nvPr/>
        </p:nvSpPr>
        <p:spPr>
          <a:xfrm>
            <a:off x="2035781" y="5386457"/>
            <a:ext cx="108706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4400"/>
            </a:pPr>
            <a:r>
              <a:rPr lang="en-US" sz="4400" dirty="0"/>
              <a:t>T</a:t>
            </a:r>
            <a:r>
              <a:rPr lang="en-CN" sz="4400" dirty="0"/>
              <a:t>he wolf knocks over 1 of Ruby’s cookies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B44EB2-BAFB-B4A8-B3FF-5CBA78AB4F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414899" y="2989889"/>
            <a:ext cx="1874525" cy="25256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668C7-72C7-A9C1-2DD2-CF611AC86A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0660" y="1074165"/>
            <a:ext cx="3189179" cy="431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834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428 0.0625 L 0.03347 -0.025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7" y="-4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9 0.01621 C 0.02565 0.06945 0.04427 0.12269 0.04375 0.14723 C 0.04336 0.17176 0.01901 0.15093 0.00443 0.16297 C -0.01015 0.175 -0.0151 0.21922 -0.04388 0.21945 C -0.07265 0.21991 -0.12057 0.1926 -0.16836 0.16528 " pathEditMode="relative" ptsTypes="AAAAA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uby.png">
            <a:extLst>
              <a:ext uri="{FF2B5EF4-FFF2-40B4-BE49-F238E27FC236}">
                <a16:creationId xmlns:a16="http://schemas.microsoft.com/office/drawing/2014/main" id="{EA28D751-62D6-1F3D-3E13-54E2D5311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033" y="911606"/>
            <a:ext cx="3242103" cy="44412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ACDA22-8F1E-EBA0-0410-61E40B1EC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672" y="3171255"/>
            <a:ext cx="1321308" cy="1587398"/>
          </a:xfrm>
          <a:prstGeom prst="rect">
            <a:avLst/>
          </a:prstGeom>
        </p:spPr>
      </p:pic>
      <p:pic>
        <p:nvPicPr>
          <p:cNvPr id="2" name="Picture 1" descr="kai.png">
            <a:extLst>
              <a:ext uri="{FF2B5EF4-FFF2-40B4-BE49-F238E27FC236}">
                <a16:creationId xmlns:a16="http://schemas.microsoft.com/office/drawing/2014/main" id="{93FFD2D5-AB53-8385-5B42-68FCDFA9D6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316" y="928254"/>
            <a:ext cx="3242219" cy="44413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5C8687-D391-A54D-CE63-400D3E4EE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132" y="3111533"/>
            <a:ext cx="1454766" cy="1747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4A226D-904A-E20C-4A88-A457FEFAD3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132" y="3429000"/>
            <a:ext cx="1538917" cy="7758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CE0E6F-D8D3-5420-F9A7-94DA7D54CEDA}"/>
              </a:ext>
            </a:extLst>
          </p:cNvPr>
          <p:cNvSpPr txBox="1"/>
          <p:nvPr/>
        </p:nvSpPr>
        <p:spPr>
          <a:xfrm>
            <a:off x="2035781" y="5386457"/>
            <a:ext cx="8229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400"/>
              <a:t>Kai still has 3 cookies. Ruby now has 2 cookies.</a:t>
            </a:r>
            <a:endParaRPr lang="en-CN" sz="4400" dirty="0"/>
          </a:p>
        </p:txBody>
      </p:sp>
    </p:spTree>
    <p:extLst>
      <p:ext uri="{BB962C8B-B14F-4D97-AF65-F5344CB8AC3E}">
        <p14:creationId xmlns:p14="http://schemas.microsoft.com/office/powerpoint/2010/main" val="230627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98206-97E4-CB84-5B1F-F408B1963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uby.png">
            <a:extLst>
              <a:ext uri="{FF2B5EF4-FFF2-40B4-BE49-F238E27FC236}">
                <a16:creationId xmlns:a16="http://schemas.microsoft.com/office/drawing/2014/main" id="{D583090F-54DB-5657-72C2-64BDD3199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033" y="911606"/>
            <a:ext cx="3242103" cy="44412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87733E-2585-459D-F46C-0E5ABC99B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672" y="3171255"/>
            <a:ext cx="1321308" cy="1587398"/>
          </a:xfrm>
          <a:prstGeom prst="rect">
            <a:avLst/>
          </a:prstGeom>
        </p:spPr>
      </p:pic>
      <p:pic>
        <p:nvPicPr>
          <p:cNvPr id="2" name="Picture 1" descr="kai.png">
            <a:extLst>
              <a:ext uri="{FF2B5EF4-FFF2-40B4-BE49-F238E27FC236}">
                <a16:creationId xmlns:a16="http://schemas.microsoft.com/office/drawing/2014/main" id="{2CF19791-164D-3C06-4689-59B0AD9C54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316" y="928254"/>
            <a:ext cx="3242219" cy="44413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18027B-DEB4-BAC0-085E-09E7E65EB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132" y="3111533"/>
            <a:ext cx="1454766" cy="1747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B1FC51-0219-DB5A-556E-3F8B2F5EA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132" y="3429000"/>
            <a:ext cx="1538917" cy="7758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728768-E9CD-B50C-EB4D-4D3EF625599C}"/>
              </a:ext>
            </a:extLst>
          </p:cNvPr>
          <p:cNvSpPr txBox="1"/>
          <p:nvPr/>
        </p:nvSpPr>
        <p:spPr>
          <a:xfrm>
            <a:off x="2035781" y="5386457"/>
            <a:ext cx="913430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400" dirty="0"/>
              <a:t>Please decide whether you would like to move some of Kai’s cookies.</a:t>
            </a:r>
            <a:endParaRPr lang="en-CN" sz="4400" dirty="0"/>
          </a:p>
        </p:txBody>
      </p:sp>
    </p:spTree>
    <p:extLst>
      <p:ext uri="{BB962C8B-B14F-4D97-AF65-F5344CB8AC3E}">
        <p14:creationId xmlns:p14="http://schemas.microsoft.com/office/powerpoint/2010/main" val="246249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67</Words>
  <Application>Microsoft Macintosh PowerPoint</Application>
  <PresentationFormat>Widescreen</PresentationFormat>
  <Paragraphs>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16</cp:revision>
  <dcterms:created xsi:type="dcterms:W3CDTF">2026-05-04T04:54:08Z</dcterms:created>
  <dcterms:modified xsi:type="dcterms:W3CDTF">2026-05-08T08:42:57Z</dcterms:modified>
</cp:coreProperties>
</file>