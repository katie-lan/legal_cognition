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8" r:id="rId2"/>
    <p:sldId id="270" r:id="rId3"/>
    <p:sldId id="271" r:id="rId4"/>
    <p:sldId id="272" r:id="rId5"/>
    <p:sldId id="273" r:id="rId6"/>
    <p:sldId id="259" r:id="rId7"/>
    <p:sldId id="265" r:id="rId8"/>
    <p:sldId id="267" r:id="rId9"/>
    <p:sldId id="275" r:id="rId1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69"/>
  </p:normalViewPr>
  <p:slideViewPr>
    <p:cSldViewPr snapToGrid="0">
      <p:cViewPr varScale="1">
        <p:scale>
          <a:sx n="115" d="100"/>
          <a:sy n="115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1CE71-B844-3747-9000-71B0BC2A0BCC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B6D23-0398-254E-AC4F-4427B49056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9436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6033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A572-3BC1-33A9-9AA0-5EB1C1D0D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684AA-CF88-4568-2A5E-F68411DA0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56168-F27D-E218-9C38-F4F0E88CC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8D6D7-DB2B-9497-8E7C-19BFB4CE4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3AC52-2517-C57C-19B3-DBB41EC9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0468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A028-39C5-1BBF-7ED9-7A89715F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202B4-7F00-C7A7-2D50-D3775DDCE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A72E2-36B8-6364-29EC-4733F875D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5BF65-BD7D-FE5A-0EEC-D687D15E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04BB3-11BF-D8CE-DAA2-9AAB05EE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24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86D8-A741-C4B8-E4E5-0BC5D5FE2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BF38F-94D6-7078-DCFB-7A01E2424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DF914-5052-F68D-BEE3-535A23379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EA26C-DD3A-D45D-6E60-72199A0D1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5437E-BB77-1650-D939-F76FEC06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9888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A8CA-3EEE-51BF-A19C-E44EC9C1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FB755-4214-70CC-2E3C-926C962FA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E6127-C8F5-CEAA-C716-A90878BB4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6AE0E-44C5-BFE2-9193-DD0E5C920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512F2-1004-8831-73B5-9BE1A5DD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8395F-E7C5-AE52-7003-046BA8B6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0224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2FF5A-0438-81A3-D6D2-EC7912104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0477B-908C-2FE2-66BE-762FC5D56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80A25-F044-6624-F114-C13793D75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D94245-7980-2AFF-E6CC-FA51F5B96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99B79-EBBF-E068-7F03-272A867AB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FB74C9-3D95-052D-F91B-A3CC7DFA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8EB58-DEB2-F016-D362-985E08D7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CC61D0-9618-3944-C5BE-74EF10AAA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5401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51EC-1BF8-6FE0-D3D6-120234A7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B424D-A5F3-DB26-5600-E120ECC92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040D3-E5E3-70ED-C737-9E54CD8A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D0FC2F-CDBE-D01D-A894-5F9BD8B3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2060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EFB582-C2D1-7CAB-A0AE-27D9C7B8B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33B50C-3990-C421-855A-192ADA120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7083A-F8D4-1860-F6BF-92DE8C25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138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7ED7F-C265-8C28-8D55-E05BCEBB3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C0B6B-A408-69F4-100B-E46826425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0DDFE-84E0-592F-0AE5-D7CA7224F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33655-793C-72A9-443A-E175AF9AB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56312-B395-1E6D-CFF8-1C6F66085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712E6-0FFC-49E4-0F38-DED57FAE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83880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FC0E-FC1A-C2D0-8FEB-64657FFF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A5F763-90F2-39A8-2AAE-05FCE9474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761AE-F2A9-D839-3BB9-48BB8CCBC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217FA-A1C0-2F3A-1E67-BAF8B6680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406D0-1D10-0811-B876-D8EEEFA88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A55E0-6209-C3EE-5D3C-CE520AB6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5411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E8D5-6AB0-9BC6-A94B-67005B46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98E4-F951-A9CD-5716-E355CCC8A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DBA4B-3171-1C61-02F6-6099AADA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C821B-9FA3-978E-1EC6-16B3D2B1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D3DD7-2719-E202-8375-FCD9B718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821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78804F-AE69-C522-CD09-76AE60779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BF276-0777-D940-5038-8A09CC62C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3C296-5D08-8B1E-3786-4A05C6658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3E149-ACD2-916D-A27F-6168830E9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453BD-BA90-78AA-6CF6-5190C3B5C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800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C51FE8-33DF-722F-C14E-67A0ED219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7059B-7CC7-5EE2-39C7-CFBEEC4C4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1AEC6-2152-E911-3EF5-2E3F07A409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2C1A4-0A3C-0A4F-BF2D-025D53818EC9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39E0-29BA-8C8E-9272-DD5F533C4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0AF15-F58F-2303-D2AC-6BDF5E8F4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3914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3BFF3C-8A7F-2FC6-FAF4-7CBE94179B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BAE625-9C32-0DB7-763C-7010C1F4BA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0"/>
          <a:stretch>
            <a:fillRect/>
          </a:stretch>
        </p:blipFill>
        <p:spPr>
          <a:xfrm>
            <a:off x="4352851" y="246888"/>
            <a:ext cx="3486298" cy="5487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Catherine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D4C0D-6354-8B23-32FC-B0352FC64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860AA98-9B93-F5B0-6900-6413402970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6B3942-4F07-2D8F-D630-C15A56B704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0"/>
          <a:stretch>
            <a:fillRect/>
          </a:stretch>
        </p:blipFill>
        <p:spPr>
          <a:xfrm>
            <a:off x="4352851" y="246888"/>
            <a:ext cx="3486298" cy="5487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703C7E-4F61-DFCB-5459-9D55F91D244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Catherine has </a:t>
            </a:r>
            <a:r>
              <a:rPr lang="en-US" altLang="zh-CN" sz="3000" b="1" dirty="0"/>
              <a:t>5</a:t>
            </a:r>
            <a:r>
              <a:rPr lang="en-CN" sz="3000" b="1" dirty="0"/>
              <a:t> cookies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5E609-B90A-18BE-0DC0-2EC72C7ED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C7BE2C-282A-D3CF-CFF5-598632AD8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811DD7-967D-4676-461C-AA1FE009BE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404" y="3850924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A8BD62-5D7E-FD8A-9FA0-99FC4C39E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840FEC-C78C-839E-04B9-495C47C1C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436" y="3781157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ABCCD4-DD37-5EC7-A364-B92973110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836" y="393355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49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7F733-FFDB-4B52-7D8D-835FE31E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A9A312D-1C84-7C6F-2AD7-6279566A57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051E50-DC9F-5A2B-8B3F-B44436408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156" y="264421"/>
            <a:ext cx="3768993" cy="5469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09F04D-53D8-3AD5-06C7-6CC674BC1DF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Catherine has </a:t>
            </a:r>
            <a:r>
              <a:rPr lang="en-US" altLang="zh-CN" sz="3000" b="1" dirty="0"/>
              <a:t>a pet wolf</a:t>
            </a:r>
            <a:endParaRPr lang="en-CN" sz="3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79FE31-A770-0EFC-F056-AAC6E4650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037" y="4116552"/>
            <a:ext cx="1027288" cy="31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431074-F97A-BF09-0763-00B3ECEEE7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046" y="3935113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C43C1C-4D10-3BC9-2B50-1F268A352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8460" y="3850923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32A3D1-5C12-C451-1932-4A4BDCDE0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5507" y="38509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7D8A1F-46C2-D744-5F43-32F9A049B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492" y="3781156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3FF7BF-1F90-562E-6059-427A3153A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1892" y="3933556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1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78B76-C5D7-A2B9-D3BF-CC8EA498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E2FD9C-8585-62FD-C67B-B27BCBD593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0ED8E7-E2BB-110D-2E8A-F00BC58EF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889" y="246888"/>
            <a:ext cx="3409704" cy="5643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10DBBA-F25F-5A9D-BCC4-1E52F4F3B4B0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Andy</a:t>
            </a:r>
          </a:p>
        </p:txBody>
      </p:sp>
    </p:spTree>
    <p:extLst>
      <p:ext uri="{BB962C8B-B14F-4D97-AF65-F5344CB8AC3E}">
        <p14:creationId xmlns:p14="http://schemas.microsoft.com/office/powerpoint/2010/main" val="25860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1D5F-638B-63FA-FFDD-669C594E2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C77F795-6043-96C5-48D6-DAC1D0C22C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5B59C6-31BC-0464-BBB8-86765FD92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889" y="246888"/>
            <a:ext cx="3409704" cy="5643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1D2132-BD84-138C-F6F1-48755D30D7E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Andy has </a:t>
            </a:r>
            <a:r>
              <a:rPr lang="en-US" sz="3000" b="1" dirty="0"/>
              <a:t>3</a:t>
            </a:r>
            <a:r>
              <a:rPr lang="en-CN" sz="3000" b="1" dirty="0"/>
              <a:t> cookies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E4FE5B-CF29-EA8A-7608-838B54A7C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621" y="3929117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79D1C1-22BA-5077-0A32-7A9703BFE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760" y="3643874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58D015-2951-3F17-78D2-371F90D30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958" y="3754876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0A59CB-A902-1BE4-C036-1139006FA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473" y="3758391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8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EFE2FA7-6ECF-5AE4-069A-300704DBFE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05DBAC-A53C-3FD0-8866-5A459A749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552" y="266700"/>
            <a:ext cx="5677120" cy="5486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622197-E0B7-AF4E-C532-927D534D5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269" y="1249662"/>
            <a:ext cx="2578586" cy="42621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C4A723C-208D-AD47-AF65-57883B8DFED7}"/>
              </a:ext>
            </a:extLst>
          </p:cNvPr>
          <p:cNvSpPr txBox="1"/>
          <p:nvPr/>
        </p:nvSpPr>
        <p:spPr>
          <a:xfrm>
            <a:off x="1981200" y="5511788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Andy and Catherine bumped into each other accidentally  at the corner.</a:t>
            </a:r>
            <a:endParaRPr lang="en-CN" sz="6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F88A3-5C52-1308-B353-AB03257349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1200" y="1920425"/>
            <a:ext cx="3780982" cy="38326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114F5E-06A1-2AD9-3299-7CF5E8C4EF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7604" y="3463045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8BFE2E-B89D-8F6F-F591-2BECAFED56B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309" t="37775" r="29949" b="24568"/>
          <a:stretch>
            <a:fillRect/>
          </a:stretch>
        </p:blipFill>
        <p:spPr>
          <a:xfrm>
            <a:off x="6937414" y="3485376"/>
            <a:ext cx="457200" cy="224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078BE1-5C4E-7A0D-C660-297BD541819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309" t="37775" r="29949" b="24568"/>
          <a:stretch>
            <a:fillRect/>
          </a:stretch>
        </p:blipFill>
        <p:spPr>
          <a:xfrm>
            <a:off x="7261853" y="3463044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C74149-B92C-BEF0-04F4-1FF96EAB46B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309" t="37775" r="29949" b="24568"/>
          <a:stretch>
            <a:fillRect/>
          </a:stretch>
        </p:blipFill>
        <p:spPr>
          <a:xfrm>
            <a:off x="7033253" y="3386058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92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855B-1EAD-B8AE-33AE-FDEB3DD3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44F53A0-30F3-1D8B-678E-EB61A1ABE1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C8A33B-DE1D-EF4E-0844-3852AB032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912" y="281887"/>
            <a:ext cx="5677120" cy="548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85B54E-AB2E-48A1-75EE-33315CC26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182" y="1264849"/>
            <a:ext cx="2578586" cy="4186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86AB34-44E2-5604-B373-9392A01115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0162" y="1858727"/>
            <a:ext cx="5424692" cy="3870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DCA2F0-36F6-ADB8-660E-7456AE53C8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9964" y="3478232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6AF46E-1808-E525-E7E7-CBC19DFB88B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6959774" y="3500563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9EB8B1-54F4-E693-7642-97593E79C5B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7284213" y="3478231"/>
            <a:ext cx="457200" cy="2240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8098639-D195-36E1-70BC-F1A259E5C059}"/>
              </a:ext>
            </a:extLst>
          </p:cNvPr>
          <p:cNvSpPr txBox="1"/>
          <p:nvPr/>
        </p:nvSpPr>
        <p:spPr>
          <a:xfrm>
            <a:off x="1933574" y="5790618"/>
            <a:ext cx="822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Ohno! The wolf ate one of Andy’s cookie!</a:t>
            </a:r>
            <a:endParaRPr lang="en-CN" sz="6000" b="1" dirty="0"/>
          </a:p>
        </p:txBody>
      </p:sp>
    </p:spTree>
    <p:extLst>
      <p:ext uri="{BB962C8B-B14F-4D97-AF65-F5344CB8AC3E}">
        <p14:creationId xmlns:p14="http://schemas.microsoft.com/office/powerpoint/2010/main" val="2499382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6C9F66-34EE-163D-D111-7A16ADEA4C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C99126-8D00-2A16-2744-2A944375D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573" y="968052"/>
            <a:ext cx="2807457" cy="4646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254C93-9DB3-2FB7-4C56-0768706DE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385" y="1326256"/>
            <a:ext cx="2924317" cy="42544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Catherine still has 5 cookies. Andy now has 2 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573" y="4002688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DBF9EC-5004-73A0-7CD9-AE6A935BA6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830383" y="4025019"/>
            <a:ext cx="457200" cy="224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01530-D7A5-C9EE-83E5-FB5746D3FC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7154822" y="4002687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3385" y="4291994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063195" y="4314325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387634" y="4291993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98429" y="4241810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387145" y="4209546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7356" y="4225678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17C94-C435-BA3B-BD80-9EEE9938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E227AB-76EB-D277-025A-B7ECC02DB0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CF6B5F-7B0D-0307-A1E0-400790E41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573" y="968052"/>
            <a:ext cx="2807457" cy="4646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275016-EF78-5B89-3D6D-F33A6BC28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385" y="1326256"/>
            <a:ext cx="2924317" cy="42544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150310-8EA9-E3D9-A8AA-5C54F00C31AF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Please decide whether you would like to move some of Catherine’s cookies.</a:t>
            </a:r>
            <a:endParaRPr lang="en-CN" sz="3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282AB-FB78-26F6-F411-7479D7787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573" y="4002688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9D4629-F84C-C87B-1163-ABDDB714FA7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830383" y="4025019"/>
            <a:ext cx="457200" cy="224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4FAD1B-4DC9-AC2C-395F-5EDC5454FE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7154822" y="4002687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06A430-FD35-E8E0-F8DC-AFCA61EE0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3385" y="4291994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8BD548-0194-C6BA-BFB0-83BB996B28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063195" y="4314325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122269-C9E9-A20E-EB01-CEA644C875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387634" y="4291993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D5C6B7-4EEC-0FD8-9D92-4E90C85D5B7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98429" y="4241810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046BD4-4828-9F32-5D27-0C9BFAD4780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387145" y="4209546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B699106-418E-F7B1-7E26-102296616E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7356" y="4225678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45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1661</TotalTime>
  <Words>67</Words>
  <Application>Microsoft Macintosh PowerPoint</Application>
  <PresentationFormat>Widescreen</PresentationFormat>
  <Paragraphs>10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16</cp:revision>
  <dcterms:created xsi:type="dcterms:W3CDTF">2026-05-08T04:29:54Z</dcterms:created>
  <dcterms:modified xsi:type="dcterms:W3CDTF">2026-05-15T07:54:43Z</dcterms:modified>
</cp:coreProperties>
</file>