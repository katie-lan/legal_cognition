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9" r:id="rId2"/>
    <p:sldId id="270" r:id="rId3"/>
    <p:sldId id="272" r:id="rId4"/>
    <p:sldId id="271" r:id="rId5"/>
    <p:sldId id="259" r:id="rId6"/>
    <p:sldId id="273" r:id="rId7"/>
    <p:sldId id="274" r:id="rId8"/>
    <p:sldId id="279" r:id="rId9"/>
    <p:sldId id="278" r:id="rId10"/>
    <p:sldId id="280" r:id="rId11"/>
    <p:sldId id="281" r:id="rId12"/>
    <p:sldId id="284" r:id="rId13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433"/>
    <p:restoredTop sz="94669"/>
  </p:normalViewPr>
  <p:slideViewPr>
    <p:cSldViewPr snapToGrid="0">
      <p:cViewPr varScale="1">
        <p:scale>
          <a:sx n="101" d="100"/>
          <a:sy n="101" d="100"/>
        </p:scale>
        <p:origin x="2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2C952-A3D1-EF4D-816B-FB11FD81CAE9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59BB0-A918-7B4A-B40D-BFA213C9257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97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D3F6D-4249-51CD-E726-E8DA71D8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FF3C7-D0AF-CC6F-D6AB-CB1D8CB65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821CF-016A-055A-0936-A6270E71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E5C7C-A368-4C81-2272-466EE5D16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9198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1E808-6F37-E195-38B2-D2BDA881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FE558-77A4-6C0D-8585-FBA8AFE3E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F4CA2-C935-2B52-6424-AEFC61C3E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BC7E-A71A-B05B-2015-8BB049CBE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554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C3E1-1769-6F5B-F162-EF968FAD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96E92-8878-00C1-80A5-C7F38D0CD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E835F-86BF-8AB2-CD32-ABEA64FB6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F9B17-DC2D-A296-56C9-9DC5DB44E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2650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E4EDF-9D16-9895-FCF9-E6F4D79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1C196-2EDB-72F3-A98E-E7C177245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B798F-6A33-A3C2-FB51-683A6DA18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BF926-E350-5712-57E6-BE47EB5E5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56754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397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84329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6501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821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3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302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040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926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449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78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2073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rPr lang="en-CN" smtClean="0"/>
              <a:t>2026/5/21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834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EA4300-FC54-2E79-8C91-53F5529249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D4881A-E1E2-BEEC-88A6-81B796C60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Finn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FC81-289B-AD5E-84F6-1DC4E3C9F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CBCCAA6-D6F8-EFDE-8ACD-23BF2A6902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AC576-9748-E4B4-CD62-39759C9A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90F8AD-05AA-83B1-FEBD-C11A265407A4}"/>
              </a:ext>
            </a:extLst>
          </p:cNvPr>
          <p:cNvSpPr txBox="1"/>
          <p:nvPr/>
        </p:nvSpPr>
        <p:spPr>
          <a:xfrm>
            <a:off x="3192651" y="5734196"/>
            <a:ext cx="5806698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2800" b="1" dirty="0"/>
              <a:t>Finn has </a:t>
            </a:r>
            <a:r>
              <a:rPr lang="en-US" altLang="zh-CN" sz="2800" b="1" dirty="0"/>
              <a:t>5</a:t>
            </a:r>
            <a:r>
              <a:rPr lang="en-CN" sz="2800" b="1" dirty="0"/>
              <a:t>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BE8798-A672-E389-1FFE-F71A5BEC2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16A545-C50B-2769-D2D6-00747EC71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96F734-E068-17DA-1A06-F3A7391D7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CAE055-2794-CA49-0B73-3423BF492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CBCF00-0095-2C57-D486-81F5532FF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662101-EF39-D6FA-B98F-4F0E2E93D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A1D7-E61F-EF0E-B2D7-C87215B08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0E317-6736-2453-98C2-FDC06DD75F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A6BE52-AFDB-245B-10C6-E39705113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5420A7-016A-0729-45D8-CA2EE21C7D3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Cleo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FB15-36D2-DF7D-4122-ADFEC80B2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B2BD4F7-12F3-7C07-A340-541632A7F8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C7F4BB-2AC6-F6B9-8D65-0AE90113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6BD51-7B61-5921-C007-084AA1B8EA6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Cleo has </a:t>
            </a:r>
            <a:r>
              <a:rPr lang="en-US" sz="3000" b="1" dirty="0"/>
              <a:t>4</a:t>
            </a:r>
            <a:r>
              <a:rPr lang="en-CN" sz="3000" b="1" dirty="0"/>
              <a:t>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D055-A9E2-3962-602B-E2D89EB0C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5732E4-EE3F-7AC9-F41F-0B9F2C1A2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59BFCF-567F-7DE7-CA12-DD8C8FBEE8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706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B36B0A-6D76-5E75-2AF0-45056D341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F8ECC6-D024-A42C-B7A1-E8562BBCA0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418" y="395360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F9D6370-7401-CF71-F57F-ACF6CD83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15150D-7B36-847D-386B-6BFEDA0BF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3FCA58-2302-E826-0386-4DB881D71FA9}"/>
              </a:ext>
            </a:extLst>
          </p:cNvPr>
          <p:cNvSpPr txBox="1"/>
          <p:nvPr/>
        </p:nvSpPr>
        <p:spPr>
          <a:xfrm>
            <a:off x="1981200" y="5737597"/>
            <a:ext cx="82296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Finn spills water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FABB6D-B9DE-A664-445E-CDB1E2F751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3083F1-1314-4BE1-25D5-D842F27D1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56862C-A504-9616-8945-1963FEA50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5AC12-DECF-BA92-24A2-62B0AD60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BDFD2-3B18-3E39-F5F0-B169A344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52271C-180F-8EB9-B6A6-5A8B564FBE0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3E3E39-F754-D846-8C33-04FFA0350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CF0E77F-6033-1002-59EE-1205A083D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682 0.03681 L 0.51589 0.03681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E71D-1638-4434-AE96-4DDDBA7F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4A06B0-E3A3-DFC6-3948-72F1FD23D08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9F7929-476A-41AA-A768-930B2F479BA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Cleo walks in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4DA3BE-883B-036A-DA5A-726DF3C1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16F270-891D-8D92-35BE-9187E96C38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114D5F-D30A-B61D-91EF-CD2C5CF2B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4844" y="3536113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27A90-64BD-4148-0329-84676D27CA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8853" y="335467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667BBF-9B10-A90C-0B04-3B51831077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9569" y="327048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0511B8-097C-5651-74F1-1F4A1A9D43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4314" y="327048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6281" y="337316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271-9D2E-A834-E4E8-85BA57F5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AD6CEE63-726C-1E13-F7B7-F794EF0317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2757714-3441-EB72-6E83-648846D75873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Cleo got tripped by the water!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2B95C1-0D36-F7FA-F82A-A61A3CC4F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1E0FF-40B2-9C4A-8E97-89E6091B4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BD075E-B323-1D88-788D-C0CAA37C01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DDC9A9-F71B-3E64-5C50-CC27B715A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C8DCA8-2165-1CB9-E207-99B0900405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9" y="30944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6EF1B4B-3893-D670-65BF-3DE4F2E022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4" y="309443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E6D78C-0BF8-FEA4-E0FA-3A036AE141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6241" y="319711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DEE7-3180-F4CA-A53B-D717D327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1FFD81-5088-7F46-51B7-DD309E4628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21F872-14BA-AB7A-5912-6405CB21891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Cleo’s cookies fell!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F8E852-6EAC-6AAA-8484-834FD7C0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126841-79F2-F47F-4CD8-A7DC31938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1" y="39817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610E85-3D74-2C89-1201-203CD7B52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90E258-7B6A-4BD9-1B6E-8DDDC32AFB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D6DA64-50C7-C48E-F6F0-06403965E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3163370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BE05922-00C5-9E61-AEA4-E28980B9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94E4F1-EC29-BEFA-EBF3-6EF0EF398B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094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FC85BD7-F475-D454-993F-A912059080B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EAE580-1B03-850D-6BC2-E668F4507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B60091-74A9-BE6B-1D55-5ED3890C5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25A941B-40C9-FF8F-8C15-19B234F8C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Finn still has 5 cookies. Cleo now has 2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DBF9EC-5004-73A0-7CD9-AE6A935BA6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455144" y="4123558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779583" y="4132757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B13351-712F-79C4-AD6D-C4856CCD6C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59F8E-0947-1D43-08AD-65DE847A6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77C00-B831-5AA4-FC4E-3755A07BC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DA13399-C7A2-9051-B5D6-5749AB2BED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A668D7E-7CEA-42FF-D740-E620B4210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41C49A-363F-7B7B-EF5F-AE47E9DE2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0B65DE-4DD2-0CDF-44A8-D0A0AD4B3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3E51C6-347F-15D0-6C34-CE8BA94A7D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60132-70B4-B24B-FD2A-35E8256BCE6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455144" y="4123558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CCBE0-402E-E449-6317-0C621B0E022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779583" y="4132757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F6AE06-12D4-0593-1E3F-DE8D2113D8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D126DA-477C-13F9-9E3A-ADBBCE8E3C0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A168F6B-07DA-F3CA-BBCC-EBE2449BFEE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FA8674-3751-43ED-0880-0C4FC8C5D8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E70C094-35A8-F2B8-876F-B7C469EEC81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C688F4E-ACD9-AA92-B46E-F401A9521F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536B9B8-5851-D11C-B550-6C6D3270ED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7F5F11F-66B7-8CCE-5CE5-6E85B1CFA7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E83C67-502E-8D3E-571B-A78198384086}"/>
              </a:ext>
            </a:extLst>
          </p:cNvPr>
          <p:cNvSpPr txBox="1"/>
          <p:nvPr/>
        </p:nvSpPr>
        <p:spPr>
          <a:xfrm>
            <a:off x="2239500" y="5596796"/>
            <a:ext cx="8229600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Please decide whether you would like to move some of Finn’s cookies.</a:t>
            </a:r>
            <a:endParaRPr lang="en-CN" sz="2800" b="1" dirty="0"/>
          </a:p>
        </p:txBody>
      </p:sp>
    </p:spTree>
    <p:extLst>
      <p:ext uri="{BB962C8B-B14F-4D97-AF65-F5344CB8AC3E}">
        <p14:creationId xmlns:p14="http://schemas.microsoft.com/office/powerpoint/2010/main" val="1144417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83</Words>
  <Application>Microsoft Macintosh PowerPoint</Application>
  <PresentationFormat>Widescreen</PresentationFormat>
  <Paragraphs>18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26</cp:revision>
  <dcterms:created xsi:type="dcterms:W3CDTF">2026-05-01T23:56:35Z</dcterms:created>
  <dcterms:modified xsi:type="dcterms:W3CDTF">2026-05-22T04:33:28Z</dcterms:modified>
</cp:coreProperties>
</file>