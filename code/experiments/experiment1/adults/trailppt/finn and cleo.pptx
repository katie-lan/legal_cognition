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9" r:id="rId2"/>
    <p:sldId id="270" r:id="rId3"/>
    <p:sldId id="272" r:id="rId4"/>
    <p:sldId id="271" r:id="rId5"/>
    <p:sldId id="259" r:id="rId6"/>
    <p:sldId id="273" r:id="rId7"/>
    <p:sldId id="274" r:id="rId8"/>
    <p:sldId id="279" r:id="rId9"/>
    <p:sldId id="278" r:id="rId10"/>
    <p:sldId id="280" r:id="rId11"/>
    <p:sldId id="281" r:id="rId12"/>
    <p:sldId id="284" r:id="rId1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433"/>
    <p:restoredTop sz="94669"/>
  </p:normalViewPr>
  <p:slideViewPr>
    <p:cSldViewPr snapToGrid="0">
      <p:cViewPr varScale="1">
        <p:scale>
          <a:sx n="101" d="100"/>
          <a:sy n="101" d="100"/>
        </p:scale>
        <p:origin x="20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E2C952-A3D1-EF4D-816B-FB11FD81CAE9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59BB0-A918-7B4A-B40D-BFA213C925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59721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76033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8501-98C5-9F61-78FF-BF15366A1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9AD1B5-C076-3DE9-5B44-17BDC19C6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074EA1-9E66-EF93-A2FC-13EA4D500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959E0-593F-14A6-3E0C-5654FD2B3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47231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D3F6D-4249-51CD-E726-E8DA71D85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0FF3C7-D0AF-CC6F-D6AB-CB1D8CB65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4821CF-016A-055A-0936-A6270E716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E5C7C-A368-4C81-2272-466EE5D16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09198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1E808-6F37-E195-38B2-D2BDA8813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DFE558-77A4-6C0D-8585-FBA8AFE3E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DF4CA2-C935-2B52-6424-AEFC61C3E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ABC7E-A71A-B05B-2015-8BB049CBE5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05548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EC3E1-1769-6F5B-F162-EF968FADB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96E92-8878-00C1-80A5-C7F38D0CD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8E835F-86BF-8AB2-CD32-ABEA64FB6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F9B17-DC2D-A296-56C9-9DC5DB44E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6505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E4EDF-9D16-9895-FCF9-E6F4D7944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81C196-2EDB-72F3-A98E-E7C177245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6B798F-6A33-A3C2-FB51-683A6DA18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BF926-E350-5712-57E6-BE47EB5E5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56754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95870-5D5E-704D-C7E9-05DA9B872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811A8-AEC6-9A95-FF28-C0216AA77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81B68-CDCF-72E9-CD5E-57502E19D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1EC48-F602-2B16-036D-C6A30AA70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1E11A-3AD2-55B3-CAA1-C87A50A05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83970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1B70-F360-6E05-724D-DDCB2EB56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CDCEC-DA1B-75AC-7172-EFDDC7E88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24861-5994-A952-2B50-81DFE3BDF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8740D-CC59-8627-9F37-04235DC0E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86D53-43E2-C568-0A0B-10E8B3082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84329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072A6-CB0A-3595-5F6F-4D15B7C4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1EC1E-4577-BA68-410D-2CC5A940C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DBFAC-024D-25BC-4260-2A3D7CDA5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DEDF9-0725-8169-F0B0-3E53984FA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BC3EA-4865-0D08-D29F-C06BC0390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96501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0DE0B-4AA8-9194-8363-52E73858F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3BEDF-769B-FD45-ABAC-5180DEFDA7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6A99E-6486-4A2C-F291-0955282ED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2FC3F-FEAB-8C4F-0F57-D1E9CE262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7CC6D-68C8-F863-E1EE-1581F4C6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E63CC-7B69-32FD-4D44-582CA38B8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68219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C44C-928D-6CFB-9221-E3045C0A2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4E472-98D5-2DD9-A379-F59BBF215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52C9F-CB6A-DA83-234A-1AC4DBC75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F27C5F-5A96-5CDA-D45A-E5CE662B15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E70608-616B-FA99-CCE2-15C47E2738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2A4DE7-1C7D-1BA4-AEFB-D1199DFD2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61C7DA-FFC4-7DB0-CDA4-D87ACAED7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18D5BE-9203-42B1-FCD1-BA504D274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437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D487A-D67F-1550-FE2E-6048FF42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EC553A-4712-9071-46B1-03AC2DE3A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FC68D-67C6-3A8B-7D81-3C403CF66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0BCB8-F0E6-1E2F-D23F-AA2ABDA0C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23020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2B4455-AD96-2D08-0423-58DD96A27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E9A3BD-EEB2-A874-A74E-5D00D31C9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070A6-EA38-0C18-D61C-EDB967D85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30400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1046F-4808-4847-F549-234463FED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F572A-0979-C07F-B79C-7563BA736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DE6BB-46B2-D3AE-C7B4-47FE7D987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F1C217-159C-B500-5E5A-28965ADA3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C3053-3EB3-8F87-6BB4-3D7696A20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81A8A-D0E2-F4D2-B2E4-C8C3C60F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6926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C9BB8-A74A-4478-4B98-D6BF5DCB1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82EFC3-A23B-6A5F-02B8-5CD6F28A52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003A3-DDC5-981C-F1B1-5CEB15BE9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36AA1-E751-AEA8-AB48-CF3AFEC1D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1A6B7-32F0-061D-9D73-F0F9CE2B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2EA71-ABBE-A975-E092-B5C7E5133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24490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74EDD-2F34-BAB5-FDF4-2054A37CA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8EB009-F71C-46A6-6EEA-0E093F9F7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6CE66-B83C-3BA5-5C4C-DF75FE6A2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B9508-7932-C297-D23C-3889F847D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0ED57-4C1C-6655-21E6-D258C919C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35782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5DD1CF-DD57-54FC-0EEC-7C6B765A8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0941A1-A482-5C8E-D3C7-D6957CD13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250C8-2604-0DAC-5E52-B6A8A9C16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90E1C-ECFE-8F0E-1BB1-F4E89CB3A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879DA-B1CE-68A4-6D33-2E195680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52073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6CEB68-D4C0-1594-E471-97D6D501A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26CEB-C8F7-9FC0-1491-13DD84DFC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61773-03F1-C669-E49C-7CC5C7612E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956D6-01FA-6542-9E97-3B07E95D8CD7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5406F-3746-4674-2E24-27E32C479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33A55-8BB5-058C-E0D9-8A33E7D03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0834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EA4300-FC54-2E79-8C91-53F5529249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D4881A-E1E2-BEEC-88A6-81B796C60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3" y="113681"/>
            <a:ext cx="4134273" cy="56654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Finn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EFC81-289B-AD5E-84F6-1DC4E3C9F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CBCCAA6-D6F8-EFDE-8ACD-23BF2A6902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AAC576-9748-E4B4-CD62-39759C9AD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3" y="113681"/>
            <a:ext cx="4134273" cy="56654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90F8AD-05AA-83B1-FEBD-C11A265407A4}"/>
              </a:ext>
            </a:extLst>
          </p:cNvPr>
          <p:cNvSpPr txBox="1"/>
          <p:nvPr/>
        </p:nvSpPr>
        <p:spPr>
          <a:xfrm>
            <a:off x="3192651" y="5734196"/>
            <a:ext cx="5806698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2800" b="1" dirty="0"/>
              <a:t>Finn has </a:t>
            </a:r>
            <a:r>
              <a:rPr lang="en-US" altLang="zh-CN" sz="2800" b="1" dirty="0"/>
              <a:t>5</a:t>
            </a:r>
            <a:r>
              <a:rPr lang="en-CN" sz="2800" b="1" dirty="0"/>
              <a:t> cookies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BE8798-A672-E389-1FFE-F71A5BEC20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981" y="4116553"/>
            <a:ext cx="1027288" cy="3188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16A545-C50B-2769-D2D6-00747EC711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990" y="3935114"/>
            <a:ext cx="1053833" cy="531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96F734-E068-17DA-1A06-F3A7391D7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404" y="3850924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CAE055-2794-CA49-0B73-3423BF4921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451" y="3850924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CBCF00-0095-2C57-D486-81F5532FF3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3436" y="3781157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662101-EF39-D6FA-B98F-4F0E2E93D9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836" y="3933557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049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4A1D7-E61F-EF0E-B2D7-C87215B08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F0E317-6736-2453-98C2-FDC06DD75F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AA6BE52-AFDB-245B-10C6-E39705113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947" y="1"/>
            <a:ext cx="3407875" cy="59958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5420A7-016A-0729-45D8-CA2EE21C7D3D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Cleo</a:t>
            </a:r>
          </a:p>
        </p:txBody>
      </p:sp>
    </p:spTree>
    <p:extLst>
      <p:ext uri="{BB962C8B-B14F-4D97-AF65-F5344CB8AC3E}">
        <p14:creationId xmlns:p14="http://schemas.microsoft.com/office/powerpoint/2010/main" val="803608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AFB15-36D2-DF7D-4122-ADFEC80B2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B2BD4F7-12F3-7C07-A340-541632A7F82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C7F4BB-2AC6-F6B9-8D65-0AE901138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947" y="1"/>
            <a:ext cx="3407875" cy="59958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66BD51-7B61-5921-C007-084AA1B8EA6B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Cleo has </a:t>
            </a:r>
            <a:r>
              <a:rPr lang="en-US" sz="3000" b="1" dirty="0"/>
              <a:t>4</a:t>
            </a:r>
            <a:r>
              <a:rPr lang="en-CN" sz="3000" b="1" dirty="0"/>
              <a:t> cookies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74D055-A9E2-3962-602B-E2D89EB0C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981" y="4116553"/>
            <a:ext cx="1027288" cy="3188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5732E4-EE3F-7AC9-F41F-0B9F2C1A26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990" y="3935114"/>
            <a:ext cx="1053833" cy="531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59BFCF-567F-7DE7-CA12-DD8C8FBEE8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4706" y="3850924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B36B0A-6D76-5E75-2AF0-45056D341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451" y="3850924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F8ECC6-D024-A42C-B7A1-E8562BBCA0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418" y="3953601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682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F9D6370-7401-CF71-F57F-ACF6CD83806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315150D-7B36-847D-386B-6BFEDA0BF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067" y="0"/>
            <a:ext cx="3125078" cy="554011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93FCA58-2302-E826-0386-4DB881D71FA9}"/>
              </a:ext>
            </a:extLst>
          </p:cNvPr>
          <p:cNvSpPr txBox="1"/>
          <p:nvPr/>
        </p:nvSpPr>
        <p:spPr>
          <a:xfrm>
            <a:off x="1981200" y="5737597"/>
            <a:ext cx="82296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Finn spills water</a:t>
            </a:r>
          </a:p>
        </p:txBody>
      </p:sp>
    </p:spTree>
    <p:extLst>
      <p:ext uri="{BB962C8B-B14F-4D97-AF65-F5344CB8AC3E}">
        <p14:creationId xmlns:p14="http://schemas.microsoft.com/office/powerpoint/2010/main" val="2108592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7E704-F0A4-BE7B-718B-635FE81D2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FABB6D-B9DE-A664-445E-CDB1E2F751B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3083F1-1314-4BE1-25D5-D842F27D1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C4AF084-4398-2630-D385-CCF55365FA44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Finn doesn’t clean it up and walked away</a:t>
            </a:r>
            <a:endParaRPr lang="en-CN" sz="3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56862C-A504-9616-8945-1963FEA504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5303" y="0"/>
            <a:ext cx="4049251" cy="554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061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5AC12-DECF-BA92-24A2-62B0AD60C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BDFD2-3B18-3E39-F5F0-B169A3444FA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B52271C-180F-8EB9-B6A6-5A8B564FBE01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Finn doesn’t clean it up and walked away</a:t>
            </a:r>
            <a:endParaRPr lang="en-CN" sz="3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3E3E39-F754-D846-8C33-04FFA0350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2749" y="197486"/>
            <a:ext cx="4049251" cy="554011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CF0E77F-6033-1002-59EE-1205A083D1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192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82 0.03681 L 0.51589 0.03681 " pathEditMode="relative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3E71D-1638-4434-AE96-4DDDBA7F8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94A06B0-E3A3-DFC6-3948-72F1FD23D08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09F7929-476A-41AA-A768-930B2F479BA2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Cleo walks in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4DA3BE-883B-036A-DA5A-726DF3C1C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16F270-891D-8D92-35BE-9187E96C38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1" y="167007"/>
            <a:ext cx="3583199" cy="57375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114D5F-D30A-B61D-91EF-CD2C5CF2B0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4844" y="3536113"/>
            <a:ext cx="1027288" cy="318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C27A90-64BD-4148-0329-84676D27CA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8853" y="3354674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667BBF-9B10-A90C-0B04-3B51831077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9569" y="3270484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0511B8-097C-5651-74F1-1F4A1A9D43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4314" y="3270484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B9FD6A-14D3-CADC-B237-1E98E19695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6281" y="3373161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043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91271-9D2E-A834-E4E8-85BA57F5F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AD6CEE63-726C-1E13-F7B7-F794EF03173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2757714-3441-EB72-6E83-648846D75873}"/>
              </a:ext>
            </a:extLst>
          </p:cNvPr>
          <p:cNvSpPr txBox="1"/>
          <p:nvPr/>
        </p:nvSpPr>
        <p:spPr>
          <a:xfrm>
            <a:off x="1981200" y="5737597"/>
            <a:ext cx="822960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sz="3200" b="1" dirty="0"/>
              <a:t>Oh no! Cleo slipped on the water!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2B95C1-0D36-F7FA-F82A-A61A3CC4F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61E0FF-40B2-9C4A-8E97-89E6091B41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8820" y="34979"/>
            <a:ext cx="3464337" cy="57681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BD075E-B323-1D88-788D-C0CAA37C01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4804" y="3360066"/>
            <a:ext cx="1027288" cy="3188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DDC9A9-F71B-3E64-5C50-CC27B715A9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8813" y="3178627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C8DCA8-2165-1CB9-E207-99B0900405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529" y="3094437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6EF1B4B-3893-D670-65BF-3DE4F2E022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4274" y="3094437"/>
            <a:ext cx="1053833" cy="5312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9E6D78C-0BF8-FEA4-E0FA-3A036AE141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6241" y="3197114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296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BDEE7-3180-F4CA-A53B-D717D3271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11FFD81-5088-7F46-51B7-DD309E4628D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521F872-14BA-AB7A-5912-6405CB218911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2 of Cleo’s cookies fell!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F8E852-6EAC-6AAA-8484-834FD7C007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126841-79F2-F47F-4CD8-A7DC31938D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8821" y="39817"/>
            <a:ext cx="3464337" cy="57681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610E85-3D74-2C89-1201-203CD7B525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4804" y="3360066"/>
            <a:ext cx="1027288" cy="3188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90E258-7B6A-4BD9-1B6E-8DDDC32AFB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8813" y="3178627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D6DA64-50C7-C48E-F6F0-06403965E9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4273" y="3163370"/>
            <a:ext cx="1053833" cy="5312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BE05922-00C5-9E61-AEA4-E28980B9F9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528" y="4815881"/>
            <a:ext cx="1053833" cy="531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94E4F1-EC29-BEFA-EBF3-6EF0EF398B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4273" y="4982217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094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AFC85BD7-F475-D454-993F-A912059080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8EAE580-1B03-850D-6BC2-E668F4507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B60091-74A9-BE6B-1D55-5ED3890C5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736" y="525447"/>
            <a:ext cx="3165364" cy="52872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25A941B-40C9-FF8F-8C15-19B234F8C1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823" y="664560"/>
            <a:ext cx="3628511" cy="49724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Finn still has 5 cookies. Cleo now has 2 cookies.</a:t>
            </a:r>
            <a:endParaRPr lang="en-CN" sz="4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8D075-1486-25A9-8448-027FAD0335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5334" y="4101222"/>
            <a:ext cx="1027288" cy="3188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DBF9EC-5004-73A0-7CD9-AE6A935BA65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6455144" y="4123558"/>
            <a:ext cx="457200" cy="224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C01530-D7A5-C9EE-83E5-FB5746D3FC6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6779583" y="4132757"/>
            <a:ext cx="457200" cy="2240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B02584-3C5F-29A8-AD6C-8AA904F795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6823" y="4169375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0FA563-19FC-D6BA-4512-9CCB6A682BF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826633" y="4191706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3151072" y="4169374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DD70C8-84BD-9E94-C483-74DF115F9C3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961867" y="4119191"/>
            <a:ext cx="457200" cy="224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3150583" y="4086927"/>
            <a:ext cx="457200" cy="224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4FBD8AC-684F-E02D-6030-53482B73C59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730794" y="4103059"/>
            <a:ext cx="457200" cy="2240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B13351-712F-79C4-AD6D-C4856CCD6C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528" y="4815881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359F8E-0947-1D43-08AD-65DE847A6E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4273" y="4982217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77C00-B831-5AA4-FC4E-3755A07BC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3DA13399-C7A2-9051-B5D6-5749AB2BED9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A668D7E-7CEA-42FF-D740-E620B4210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41C49A-363F-7B7B-EF5F-AE47E9DE2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736" y="525447"/>
            <a:ext cx="3165364" cy="52872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0B65DE-4DD2-0CDF-44A8-D0A0AD4B3F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823" y="664560"/>
            <a:ext cx="3628511" cy="49724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3E51C6-347F-15D0-6C34-CE8BA94A7D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5334" y="4101222"/>
            <a:ext cx="1027288" cy="3188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160132-70B4-B24B-FD2A-35E8256BCE6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6455144" y="4123558"/>
            <a:ext cx="457200" cy="224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81CCBE0-402E-E449-6317-0C621B0E022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6779583" y="4132757"/>
            <a:ext cx="457200" cy="2240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1F6AE06-12D4-0593-1E3F-DE8D2113D8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6823" y="4169375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FD126DA-477C-13F9-9E3A-ADBBCE8E3C0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826633" y="4191706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A168F6B-07DA-F3CA-BBCC-EBE2449BFEE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3151072" y="4169374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3FA8674-3751-43ED-0880-0C4FC8C5D88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961867" y="4119191"/>
            <a:ext cx="457200" cy="224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E70C094-35A8-F2B8-876F-B7C469EEC81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3150583" y="4086927"/>
            <a:ext cx="457200" cy="224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C688F4E-ACD9-AA92-B46E-F401A9521F0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730794" y="4103059"/>
            <a:ext cx="457200" cy="2240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536B9B8-5851-D11C-B550-6C6D3270ED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528" y="4815881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F5F11F-66B7-8CCE-5CE5-6E85B1CFA7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4273" y="4982217"/>
            <a:ext cx="1053833" cy="5312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E83C67-502E-8D3E-571B-A78198384086}"/>
              </a:ext>
            </a:extLst>
          </p:cNvPr>
          <p:cNvSpPr txBox="1"/>
          <p:nvPr/>
        </p:nvSpPr>
        <p:spPr>
          <a:xfrm>
            <a:off x="2239500" y="5596796"/>
            <a:ext cx="8229600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Please decide whether you would like to move some of Finn’s cookies.</a:t>
            </a:r>
            <a:endParaRPr lang="en-CN" sz="2800" b="1" dirty="0"/>
          </a:p>
        </p:txBody>
      </p:sp>
    </p:spTree>
    <p:extLst>
      <p:ext uri="{BB962C8B-B14F-4D97-AF65-F5344CB8AC3E}">
        <p14:creationId xmlns:p14="http://schemas.microsoft.com/office/powerpoint/2010/main" val="1144417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82</Words>
  <Application>Microsoft Macintosh PowerPoint</Application>
  <PresentationFormat>Widescreen</PresentationFormat>
  <Paragraphs>18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27</cp:revision>
  <dcterms:created xsi:type="dcterms:W3CDTF">2026-05-01T23:56:35Z</dcterms:created>
  <dcterms:modified xsi:type="dcterms:W3CDTF">2026-05-22T05:56:14Z</dcterms:modified>
</cp:coreProperties>
</file>