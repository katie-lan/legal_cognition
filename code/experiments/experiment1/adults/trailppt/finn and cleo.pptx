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9" r:id="rId3"/>
    <p:sldId id="258" r:id="rId4"/>
    <p:sldId id="260" r:id="rId5"/>
    <p:sldId id="261" r:id="rId6"/>
    <p:sldId id="268" r:id="rId7"/>
    <p:sldId id="262" r:id="rId8"/>
    <p:sldId id="263" r:id="rId9"/>
    <p:sldId id="266" r:id="rId10"/>
    <p:sldId id="267" r:id="rId11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127"/>
    <p:restoredTop sz="94669"/>
  </p:normalViewPr>
  <p:slideViewPr>
    <p:cSldViewPr snapToGrid="0">
      <p:cViewPr>
        <p:scale>
          <a:sx n="75" d="100"/>
          <a:sy n="75" d="100"/>
        </p:scale>
        <p:origin x="1448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95870-5D5E-704D-C7E9-05DA9B8720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811A8-AEC6-9A95-FF28-C0216AA770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81B68-CDCF-72E9-CD5E-57502E19D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1EC48-F602-2B16-036D-C6A30AA70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1E11A-3AD2-55B3-CAA1-C87A50A05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83970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91B70-F360-6E05-724D-DDCB2EB56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CDCEC-DA1B-75AC-7172-EFDDC7E88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24861-5994-A952-2B50-81DFE3BDF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8740D-CC59-8627-9F37-04235DC0E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86D53-43E2-C568-0A0B-10E8B308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843292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072A6-CB0A-3595-5F6F-4D15B7C45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B1EC1E-4577-BA68-410D-2CC5A940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DBFAC-024D-25BC-4260-2A3D7CDA5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DEDF9-0725-8169-F0B0-3E53984FA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BC3EA-4865-0D08-D29F-C06BC0390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96501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0DE0B-4AA8-9194-8363-52E73858F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3BEDF-769B-FD45-ABAC-5180DEFD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B6A99E-6486-4A2C-F291-0955282EDA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2FC3F-FEAB-8C4F-0F57-D1E9CE262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7CC6D-68C8-F863-E1EE-1581F4C6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E63CC-7B69-32FD-4D44-582CA38B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68219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6C44C-928D-6CFB-9221-E3045C0A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E472-98D5-2DD9-A379-F59BBF215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52C9F-CB6A-DA83-234A-1AC4DBC753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F27C5F-5A96-5CDA-D45A-E5CE662B15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E70608-616B-FA99-CCE2-15C47E2738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2A4DE7-1C7D-1BA4-AEFB-D1199DFD2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61C7DA-FFC4-7DB0-CDA4-D87ACAED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18D5BE-9203-42B1-FCD1-BA504D27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437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D487A-D67F-1550-FE2E-6048FF428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C553A-4712-9071-46B1-03AC2DE3A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2FC68D-67C6-3A8B-7D81-3C403CF66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30BCB8-F0E6-1E2F-D23F-AA2ABDA0C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23020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2B4455-AD96-2D08-0423-58DD96A2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E9A3BD-EEB2-A874-A74E-5D00D31C9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070A6-EA38-0C18-D61C-EDB967D85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30400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1046F-4808-4847-F549-234463FED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F572A-0979-C07F-B79C-7563BA736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9DE6BB-46B2-D3AE-C7B4-47FE7D9874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F1C217-159C-B500-5E5A-28965ADA3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C3053-3EB3-8F87-6BB4-3D7696A20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681A8A-D0E2-F4D2-B2E4-C8C3C60F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6926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C9BB8-A74A-4478-4B98-D6BF5DCB1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82EFC3-A23B-6A5F-02B8-5CD6F28A5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C003A3-DDC5-981C-F1B1-5CEB15BE94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36AA1-E751-AEA8-AB48-CF3AFEC1D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1A6B7-32F0-061D-9D73-F0F9CE2BC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2EA71-ABBE-A975-E092-B5C7E5133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24490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4EDD-2F34-BAB5-FDF4-2054A37C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EB009-F71C-46A6-6EEA-0E093F9F7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46CE66-B83C-3BA5-5C4C-DF75FE6A2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B9508-7932-C297-D23C-3889F847D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0ED57-4C1C-6655-21E6-D258C919C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35782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5DD1CF-DD57-54FC-0EEC-7C6B765A8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0941A1-A482-5C8E-D3C7-D6957CD13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250C8-2604-0DAC-5E52-B6A8A9C16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90E1C-ECFE-8F0E-1BB1-F4E89CB3A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879DA-B1CE-68A4-6D33-2E1956806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2073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6CEB68-D4C0-1594-E471-97D6D501A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126CEB-C8F7-9FC0-1491-13DD84DFC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61773-03F1-C669-E49C-7CC5C7612E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C956D6-01FA-6542-9E97-3B07E95D8CD7}" type="datetimeFigureOut">
              <a:rPr lang="en-CN" smtClean="0"/>
              <a:t>2026/5/8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5406F-3746-4674-2E24-27E32C479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33A55-8BB5-058C-E0D9-8A33E7D03A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834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C98F4A3-8314-CAAD-68BE-2DB86C1AB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670" y="931124"/>
            <a:ext cx="3645549" cy="4995752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F2C82817-0497-C406-BF51-D0D2A4E15683}"/>
              </a:ext>
            </a:extLst>
          </p:cNvPr>
          <p:cNvSpPr txBox="1"/>
          <p:nvPr/>
        </p:nvSpPr>
        <p:spPr>
          <a:xfrm>
            <a:off x="6096000" y="2698144"/>
            <a:ext cx="383425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N" sz="6000" dirty="0"/>
              <a:t>This is Finn</a:t>
            </a:r>
          </a:p>
        </p:txBody>
      </p:sp>
    </p:spTree>
    <p:extLst>
      <p:ext uri="{BB962C8B-B14F-4D97-AF65-F5344CB8AC3E}">
        <p14:creationId xmlns:p14="http://schemas.microsoft.com/office/powerpoint/2010/main" val="40345034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01B1-939B-4CA2-1786-26D53FC7B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E550DED-52CE-5A98-FCA3-9A8AA4FD3C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670" y="931124"/>
            <a:ext cx="3645549" cy="4995752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AE8BF1FC-5522-4CB3-8FF3-2199BA33F11B}"/>
              </a:ext>
            </a:extLst>
          </p:cNvPr>
          <p:cNvSpPr txBox="1"/>
          <p:nvPr/>
        </p:nvSpPr>
        <p:spPr>
          <a:xfrm>
            <a:off x="6096000" y="2512321"/>
            <a:ext cx="425635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N" sz="6000" dirty="0"/>
              <a:t>Finn has </a:t>
            </a:r>
          </a:p>
          <a:p>
            <a:r>
              <a:rPr lang="en-US" sz="6000" dirty="0"/>
              <a:t>Five</a:t>
            </a:r>
            <a:r>
              <a:rPr lang="en-CN" sz="6000" dirty="0"/>
              <a:t> cookies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534FA2-FC45-A6AF-0736-49845ABC5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670" y="3238463"/>
            <a:ext cx="2019300" cy="2425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CF781A3-60A0-6695-3693-0712FC8D90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0909" y="3874300"/>
            <a:ext cx="1931678" cy="9737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9C509E-3F09-44DA-2AD0-1E77541D6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2292" y="3801114"/>
            <a:ext cx="1931678" cy="9737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43798DA-4DD2-0E25-8745-87C8DB4045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601" y="3758840"/>
            <a:ext cx="1931678" cy="973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154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2AEB8-5922-1C31-4354-2E41E037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B33F5E8-8D6D-4BC4-EA91-D979D9B56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745" y="754743"/>
            <a:ext cx="3202042" cy="5348514"/>
          </a:xfrm>
          <a:prstGeom prst="rect">
            <a:avLst/>
          </a:prstGeom>
        </p:spPr>
      </p:pic>
      <p:sp>
        <p:nvSpPr>
          <p:cNvPr id="2" name="TextBox 3">
            <a:extLst>
              <a:ext uri="{FF2B5EF4-FFF2-40B4-BE49-F238E27FC236}">
                <a16:creationId xmlns:a16="http://schemas.microsoft.com/office/drawing/2014/main" id="{133A04C5-F4D0-C483-FD50-4D06ADC2EAFF}"/>
              </a:ext>
            </a:extLst>
          </p:cNvPr>
          <p:cNvSpPr txBox="1"/>
          <p:nvPr/>
        </p:nvSpPr>
        <p:spPr>
          <a:xfrm>
            <a:off x="6096000" y="2698144"/>
            <a:ext cx="397095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N" sz="6000" dirty="0"/>
              <a:t>This is Cleo</a:t>
            </a:r>
          </a:p>
        </p:txBody>
      </p:sp>
    </p:spTree>
    <p:extLst>
      <p:ext uri="{BB962C8B-B14F-4D97-AF65-F5344CB8AC3E}">
        <p14:creationId xmlns:p14="http://schemas.microsoft.com/office/powerpoint/2010/main" val="1558651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19331-A67E-CC20-8664-8E0445BBA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8A930-E458-D0A1-2401-EB5BA9A44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745" y="754743"/>
            <a:ext cx="3202042" cy="53485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8B5CA3F-246F-07B7-12CD-B966C9777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1745" y="3238463"/>
            <a:ext cx="2019300" cy="2425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2D80E83-CD8A-B2B8-C964-7F452F14F2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0658" y="3851369"/>
            <a:ext cx="1906494" cy="961104"/>
          </a:xfrm>
          <a:prstGeom prst="rect">
            <a:avLst/>
          </a:prstGeom>
        </p:spPr>
      </p:pic>
      <p:sp>
        <p:nvSpPr>
          <p:cNvPr id="6" name="TextBox 3">
            <a:extLst>
              <a:ext uri="{FF2B5EF4-FFF2-40B4-BE49-F238E27FC236}">
                <a16:creationId xmlns:a16="http://schemas.microsoft.com/office/drawing/2014/main" id="{410E86B9-9FE0-DA97-3E3F-94A5DA7F30E2}"/>
              </a:ext>
            </a:extLst>
          </p:cNvPr>
          <p:cNvSpPr txBox="1"/>
          <p:nvPr/>
        </p:nvSpPr>
        <p:spPr>
          <a:xfrm>
            <a:off x="6096000" y="2512321"/>
            <a:ext cx="444051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N" sz="6000" dirty="0"/>
              <a:t>Cleo has </a:t>
            </a:r>
          </a:p>
          <a:p>
            <a:r>
              <a:rPr lang="en-US" sz="6000" dirty="0"/>
              <a:t>Four</a:t>
            </a:r>
            <a:r>
              <a:rPr lang="en-CN" sz="6000" dirty="0"/>
              <a:t> cookies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E8D536-0EFA-7B8A-1AAB-B6B4B2F2A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8148" y="3796662"/>
            <a:ext cx="1906494" cy="96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691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13DF88-E69C-8988-5528-471CF91BB321}"/>
              </a:ext>
            </a:extLst>
          </p:cNvPr>
          <p:cNvSpPr txBox="1"/>
          <p:nvPr/>
        </p:nvSpPr>
        <p:spPr>
          <a:xfrm>
            <a:off x="6207512" y="2152101"/>
            <a:ext cx="491692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dirty="0"/>
              <a:t>Finn spills water</a:t>
            </a:r>
          </a:p>
          <a:p>
            <a:r>
              <a:rPr lang="en-US" sz="4800" dirty="0"/>
              <a:t>and doesn’t clean</a:t>
            </a:r>
          </a:p>
          <a:p>
            <a:r>
              <a:rPr lang="en-US" sz="4800" dirty="0"/>
              <a:t>it up</a:t>
            </a:r>
            <a:endParaRPr lang="en-CN" sz="4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D07BB9-AAF5-CA7D-797F-AF55DA0ED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076" y="658945"/>
            <a:ext cx="3667975" cy="5540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741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D7584-B4C3-2C13-C795-970921F03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BA89331-B4AA-A242-C6C5-87EA5FB5D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276" y="5214359"/>
            <a:ext cx="3005607" cy="13514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4DDBCDD-DC4C-D2E0-C059-D6F6EA2FEA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453" y="658945"/>
            <a:ext cx="4049251" cy="554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89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682 0.03681 L 0.51589 0.03681 " pathEditMode="relative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0D7DCE-C118-074C-A39B-2CFE7767A8BE}"/>
              </a:ext>
            </a:extLst>
          </p:cNvPr>
          <p:cNvSpPr txBox="1"/>
          <p:nvPr/>
        </p:nvSpPr>
        <p:spPr>
          <a:xfrm>
            <a:off x="6835515" y="2152101"/>
            <a:ext cx="50906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dirty="0"/>
              <a:t>Cleo walks by and</a:t>
            </a:r>
          </a:p>
          <a:p>
            <a:r>
              <a:rPr lang="en-US" sz="4800" dirty="0"/>
              <a:t>Slips on the wet floor</a:t>
            </a:r>
            <a:endParaRPr lang="en-CN" sz="4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A99ABF-05CF-56F6-034D-8ABD26ABFA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274" y="1389795"/>
            <a:ext cx="5090614" cy="44829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39C509E-3F09-44DA-2AD0-1E77541D6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434520">
            <a:off x="4975782" y="3599755"/>
            <a:ext cx="1931678" cy="973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1471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B7B15-660E-CA44-F3F1-E28C0F83F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231D987-2840-621D-CB27-895591C86831}"/>
              </a:ext>
            </a:extLst>
          </p:cNvPr>
          <p:cNvSpPr txBox="1"/>
          <p:nvPr/>
        </p:nvSpPr>
        <p:spPr>
          <a:xfrm>
            <a:off x="1537169" y="412438"/>
            <a:ext cx="86452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800" dirty="0"/>
              <a:t>Two of her cookies were soaked</a:t>
            </a:r>
            <a:endParaRPr lang="en-CN" sz="4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DF7353-11C7-4946-6419-E743C450E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149" y="4429780"/>
            <a:ext cx="2661222" cy="17871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530008-4229-3B7D-E665-1CD08D7BB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461" y="2250831"/>
            <a:ext cx="2220793" cy="3966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434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F3FEADE-9E74-F79E-994B-682AFC144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157063"/>
            <a:ext cx="2577094" cy="353157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DCEC74D-7E23-4F74-2502-3F9115D85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5109" y="1005345"/>
            <a:ext cx="2577093" cy="35315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8CE0E6F-D8D3-5420-F9A7-94DA7D54CEDA}"/>
              </a:ext>
            </a:extLst>
          </p:cNvPr>
          <p:cNvSpPr txBox="1"/>
          <p:nvPr/>
        </p:nvSpPr>
        <p:spPr>
          <a:xfrm>
            <a:off x="2221094" y="4975937"/>
            <a:ext cx="774981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Finn still has 5 cookies. Cleo now has 2 cookie.</a:t>
            </a:r>
            <a:endParaRPr lang="en-CN" sz="4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7534FA2-FC45-A6AF-0736-49845ABC5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5826" y="2922849"/>
            <a:ext cx="1009650" cy="12128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343F9F-4838-509D-4423-AF72D9D87D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1094" y="3249637"/>
            <a:ext cx="904284" cy="45586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6CCE26B-67CB-7461-3C3A-F544AF530C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8509" y="3222312"/>
            <a:ext cx="904284" cy="45586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AE845F5-C5FC-4DE4-0E79-EB9AC61CC6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7177" y="3194987"/>
            <a:ext cx="904284" cy="4558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BF7AE39-C68A-AB70-9086-BCA13D27CF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674" y="3013012"/>
            <a:ext cx="1009650" cy="121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274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109EE-4D38-2BED-4F35-2A4990EC2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03C0DAB-CBA7-6EA5-E4FC-E6F144D52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157063"/>
            <a:ext cx="2577094" cy="35315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B6276C-C37F-3EE6-9AE4-FE13F5FDC742}"/>
              </a:ext>
            </a:extLst>
          </p:cNvPr>
          <p:cNvSpPr txBox="1"/>
          <p:nvPr/>
        </p:nvSpPr>
        <p:spPr>
          <a:xfrm>
            <a:off x="1894748" y="4983560"/>
            <a:ext cx="925351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Please decide whether you would like to move some </a:t>
            </a:r>
            <a:r>
              <a:rPr lang="en-US" sz="4400"/>
              <a:t>of Finn’s </a:t>
            </a:r>
            <a:r>
              <a:rPr lang="en-US" sz="4400" dirty="0"/>
              <a:t>cookies.</a:t>
            </a:r>
            <a:endParaRPr lang="en-CN" sz="4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BB77B4-8E6F-2293-A7DF-5434E4E18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5109" y="1005345"/>
            <a:ext cx="2577093" cy="35315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B66845-97F3-4765-980C-BBFC12FA08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674" y="3013012"/>
            <a:ext cx="1009650" cy="12128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101155-BBD0-3EC3-8AD1-6FD70902E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5826" y="2922849"/>
            <a:ext cx="1009650" cy="12128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01AC0C-F7D9-8E99-F9F5-808EC10D4B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07177" y="3194987"/>
            <a:ext cx="904284" cy="45586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7440EE-9471-056D-621B-A7DF255763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1251" y="3232077"/>
            <a:ext cx="904284" cy="45586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1DFF63-8D03-BA2D-B9D2-64612B4066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3103" y="3240191"/>
            <a:ext cx="904284" cy="45586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7D7A1A-DFB6-E770-03A0-5722BA6431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3538" y="3186873"/>
            <a:ext cx="904284" cy="455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490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62</Words>
  <Application>Microsoft Macintosh PowerPoint</Application>
  <PresentationFormat>Widescreen</PresentationFormat>
  <Paragraphs>14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14</cp:revision>
  <dcterms:created xsi:type="dcterms:W3CDTF">2026-05-01T23:56:35Z</dcterms:created>
  <dcterms:modified xsi:type="dcterms:W3CDTF">2026-05-08T17:56:02Z</dcterms:modified>
</cp:coreProperties>
</file>