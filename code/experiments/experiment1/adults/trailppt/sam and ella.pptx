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70" r:id="rId2"/>
    <p:sldId id="271" r:id="rId3"/>
    <p:sldId id="272" r:id="rId4"/>
    <p:sldId id="274" r:id="rId5"/>
    <p:sldId id="273" r:id="rId6"/>
    <p:sldId id="277" r:id="rId7"/>
    <p:sldId id="278" r:id="rId8"/>
    <p:sldId id="279" r:id="rId9"/>
    <p:sldId id="281" r:id="rId10"/>
    <p:sldId id="282" r:id="rId11"/>
    <p:sldId id="28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19"/>
    <p:restoredTop sz="94669"/>
  </p:normalViewPr>
  <p:slideViewPr>
    <p:cSldViewPr snapToGrid="0">
      <p:cViewPr varScale="1">
        <p:scale>
          <a:sx n="114" d="100"/>
          <a:sy n="114" d="100"/>
        </p:scale>
        <p:origin x="20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441FA5-F644-CE42-AC3D-3836984DA256}" type="datetimeFigureOut">
              <a:rPr lang="en-CN" smtClean="0"/>
              <a:t>2026/5/21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6C5C33-B792-AB40-A330-851D858A72E3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79229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6C5C33-B792-AB40-A330-851D858A72E3}" type="slidenum">
              <a:rPr lang="en-CN" smtClean="0"/>
              <a:t>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601483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7B79C-3476-76AC-0DD8-A6C0EE4E5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C91BA7-38C2-F997-D92E-023FC3C40A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A6E537-4EDB-977D-0B8A-3CD72E936F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99CED7-3E3F-71D1-D2E8-68AA11C5B8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6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959046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576BB-C480-3E35-1CCF-C77DE9D5C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9F675F-5091-BDFD-D96A-A8C360E48E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AA68F6-ABA0-259A-69CF-93FEEB9C31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8D891C-9182-C8AA-3F2D-0DD9B6E4B1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7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5819459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DA4EC-1293-0042-A4DF-CA060D819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0DC412-A58E-DAA2-E933-748403FB15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095E9D-FC35-2F71-6D98-10E18747E0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108327-CFF1-6A43-C69F-0B98A54E27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8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005723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75175-E138-D2D3-E434-15EF295BD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3EDD78-0F3E-A1CA-D3C3-D0346C116A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3FB8F7-95A4-9940-6695-63A150646A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C9FE8-AC9B-9F63-944A-8CE4FE83B8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9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4915083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5B545-7E4E-115E-D9AE-33999AD003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07D341-9B07-5B2F-064E-57D827B25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A87C3D-BFAB-0949-0D8E-E29843E0D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EBB6E-1747-1148-9C7B-8E39D56E3DDB}" type="datetimeFigureOut">
              <a:rPr lang="en-CN" smtClean="0"/>
              <a:t>2026/5/21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510B9B-FBA6-052E-CBA4-684282DDF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483C2-C784-BD76-AB56-07407192A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86652-8ED8-2C4E-810D-2E1EC7F2648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4142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4926F-14D1-0737-A8BF-E6DA7B60D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1E4C3-CEDF-B93E-D78A-7EF2A5DA39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B52DAA-E227-3F3C-2BC4-7580452B5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EBB6E-1747-1148-9C7B-8E39D56E3DDB}" type="datetimeFigureOut">
              <a:rPr lang="en-CN" smtClean="0"/>
              <a:t>2026/5/21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8FC7D5-B59D-20A1-3D3F-4CD92186F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32F01B-B3C6-31C2-9108-EB9480201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86652-8ED8-2C4E-810D-2E1EC7F2648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600744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0815F-3348-32E4-0B54-02FD41B1A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BC4490-6F20-54C2-681B-18BF3F692E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B2078-644B-0581-1C58-52CD1926F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EBB6E-1747-1148-9C7B-8E39D56E3DDB}" type="datetimeFigureOut">
              <a:rPr lang="en-CN" smtClean="0"/>
              <a:t>2026/5/21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82AC6-3947-7E21-09FB-BCC930E99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A9C2D9-0266-1B80-4773-D92C1AAA0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86652-8ED8-2C4E-810D-2E1EC7F2648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72529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7E2F8-2154-032C-FE4E-6088E9A87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038F6-3759-B7FD-DD63-B5F4D69321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2E74A7-9FC8-DD42-95EA-166C746D70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74CFD8-9839-1ED5-1A19-F83CB840B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EBB6E-1747-1148-9C7B-8E39D56E3DDB}" type="datetimeFigureOut">
              <a:rPr lang="en-CN" smtClean="0"/>
              <a:t>2026/5/21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CCCA20-9281-FFCF-8D1B-D9C725386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F2FDAA-B564-04EB-6CB6-59CCE6B8E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86652-8ED8-2C4E-810D-2E1EC7F2648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35860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EA1E8-869E-7FA5-3B4B-0858FB557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39C1B5-9F4C-6231-A818-00BD5CC7CE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6B7603-5F44-DB39-9341-FBF429946A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CA8FCA-414B-256E-B8CB-0530D3E392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8277B0-AC52-227E-CF9D-31DFA689B8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F7DF43-3E47-8946-FFF4-253D70E19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EBB6E-1747-1148-9C7B-8E39D56E3DDB}" type="datetimeFigureOut">
              <a:rPr lang="en-CN" smtClean="0"/>
              <a:t>2026/5/21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B509E7-26B7-3393-9480-C9FDF4359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FA5025-512F-18DB-59B9-C7DA03D12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86652-8ED8-2C4E-810D-2E1EC7F2648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37261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4A387-0748-DC9D-ECD2-A5AD0B4F9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3861D-4C08-B605-93D2-6AEEB6E94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EBB6E-1747-1148-9C7B-8E39D56E3DDB}" type="datetimeFigureOut">
              <a:rPr lang="en-CN" smtClean="0"/>
              <a:t>2026/5/21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FC9800-7EE6-E390-DAA5-3B2DB461C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688D2E-82BE-5395-2439-F6CE2D6B2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86652-8ED8-2C4E-810D-2E1EC7F2648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61568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2BEC4D-3FA7-DF2C-D8A8-41AA5A759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EBB6E-1747-1148-9C7B-8E39D56E3DDB}" type="datetimeFigureOut">
              <a:rPr lang="en-CN" smtClean="0"/>
              <a:t>2026/5/21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A3668B-1411-DFB6-5BF8-73F36504E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C5DDBA-CD73-05B4-20A5-4DD5337EA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86652-8ED8-2C4E-810D-2E1EC7F2648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55279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83CB3-04A1-C9F0-0E3D-B5109B0CB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61067-A124-52F4-313F-AE4113E3F4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C71974-7FA6-061C-3A11-76E89377E4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999820-A27A-F41E-9328-6C465A1D9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EBB6E-1747-1148-9C7B-8E39D56E3DDB}" type="datetimeFigureOut">
              <a:rPr lang="en-CN" smtClean="0"/>
              <a:t>2026/5/21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E2CA85-3573-A5C5-9876-4DFA85862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AB0DEA-2BAF-4177-DC53-CE6CF2C9B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86652-8ED8-2C4E-810D-2E1EC7F2648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090871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52E22-67CB-BDAD-E42C-02BB28332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0A2FDB-34FA-1131-3654-B3B8D2CC3B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E1C7F-8AB9-26D1-463D-CA4DDDA22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E287C5-F4D1-2213-8628-E39F1CBBE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EBB6E-1747-1148-9C7B-8E39D56E3DDB}" type="datetimeFigureOut">
              <a:rPr lang="en-CN" smtClean="0"/>
              <a:t>2026/5/21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1DA965-0D31-5AB1-C4C9-83A6D52AD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7B6A37-82A7-7D32-FBED-311FE2C44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86652-8ED8-2C4E-810D-2E1EC7F2648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49361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69935-A0FC-15DE-6B82-46FC63115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BDE586-1C72-D8F5-2B4D-1F974960C1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FE60DB-B08D-E5FD-4FB8-05A34853D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EBB6E-1747-1148-9C7B-8E39D56E3DDB}" type="datetimeFigureOut">
              <a:rPr lang="en-CN" smtClean="0"/>
              <a:t>2026/5/21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162FB5-8E01-00DF-4DCB-66C45C220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A9D754-872F-8085-C78D-849A0C71E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86652-8ED8-2C4E-810D-2E1EC7F2648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65688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E62056-1BB4-3934-7190-AAE04168CB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5AE842-44C6-CD93-D000-A3380F29A7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D5368A-CE08-2167-C5D4-87BB42DDC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EBB6E-1747-1148-9C7B-8E39D56E3DDB}" type="datetimeFigureOut">
              <a:rPr lang="en-CN" smtClean="0"/>
              <a:t>2026/5/21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675E9-AA47-6B87-1265-95D473D04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D1C5AF-FADA-5626-B030-7408A3BEF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86652-8ED8-2C4E-810D-2E1EC7F2648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6992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4AF38A-B81A-E33F-617C-205C3C2EC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02F850-D113-4ECF-9B25-D8D882FAC8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0AC17B-C261-8B33-7085-9AB5C3BFEE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BEBB6E-1747-1148-9C7B-8E39D56E3DDB}" type="datetimeFigureOut">
              <a:rPr lang="en-CN" smtClean="0"/>
              <a:t>2026/5/21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95AC0-6D16-5B1E-550A-95C1402B47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5393AB-3806-F30B-688B-96B0A2CE1A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086652-8ED8-2C4E-810D-2E1EC7F2648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61544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0F2B4-9D12-0DB9-A710-D57E0BD23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59459EA-7E32-A172-8679-B0F1FD988F8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17E303E-E48D-5BEB-5BA3-97C053304F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3832" y="284011"/>
            <a:ext cx="4066877" cy="557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3AA2AD-3468-424C-3998-06E3BA272631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This is Sam</a:t>
            </a:r>
          </a:p>
        </p:txBody>
      </p:sp>
    </p:spTree>
    <p:extLst>
      <p:ext uri="{BB962C8B-B14F-4D97-AF65-F5344CB8AC3E}">
        <p14:creationId xmlns:p14="http://schemas.microsoft.com/office/powerpoint/2010/main" val="1912843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16C83-3651-6528-5771-DA094C2AD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094932-8C6D-48A4-57ED-4D9C01DADD0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CECF328-E392-8A66-B143-A6D27F0950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3832" y="284011"/>
            <a:ext cx="4066877" cy="557106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821C95C-E14B-6687-F0A5-058744C38DF5}"/>
              </a:ext>
            </a:extLst>
          </p:cNvPr>
          <p:cNvSpPr txBox="1"/>
          <p:nvPr/>
        </p:nvSpPr>
        <p:spPr>
          <a:xfrm>
            <a:off x="3192651" y="5734196"/>
            <a:ext cx="5806698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200" b="1" dirty="0"/>
              <a:t>Sam has 5 cookies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3BFB73-0260-8449-7830-9E496D6EC9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9981" y="4205761"/>
            <a:ext cx="1027288" cy="3188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2BA2F2F-787E-DE55-16FA-D02B4F3E28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3990" y="4024322"/>
            <a:ext cx="1053833" cy="5312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6141CF-2CE7-F0E8-0199-781971BD77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404" y="3940132"/>
            <a:ext cx="1053833" cy="5312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A144247-5C6E-DBC5-6629-038579D4D4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9451" y="3940132"/>
            <a:ext cx="1053833" cy="5312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0FFF628-AD49-E2F1-4296-082C3EBCF3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3436" y="3870365"/>
            <a:ext cx="1053833" cy="5312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6FD31A0-1B1C-F8AB-F2A4-00BEA4E9AB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5836" y="4022765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1421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B118D-7682-3941-8BD8-30EB896B2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A82AB93-2ABC-4E3F-51EE-94FF5CC67D0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7098A39-060D-77D9-C288-874E55E8FF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574" y="284011"/>
            <a:ext cx="6581586" cy="586097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27D3642-27D0-0A0D-7C15-AE1CACCCC6DA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Sam has a dog</a:t>
            </a:r>
          </a:p>
        </p:txBody>
      </p:sp>
    </p:spTree>
    <p:extLst>
      <p:ext uri="{BB962C8B-B14F-4D97-AF65-F5344CB8AC3E}">
        <p14:creationId xmlns:p14="http://schemas.microsoft.com/office/powerpoint/2010/main" val="2406299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CBDD9-3497-80E5-4FBE-530EC9A44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79EFAD9-4573-4513-42EC-4CE8A0789E9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AC1B5FE-789A-030D-489E-A7F14510C1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3832" y="292339"/>
            <a:ext cx="4066877" cy="557106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BABB0B9-89A5-D020-EC0E-6A9DB6D3ED34}"/>
              </a:ext>
            </a:extLst>
          </p:cNvPr>
          <p:cNvSpPr txBox="1"/>
          <p:nvPr/>
        </p:nvSpPr>
        <p:spPr>
          <a:xfrm>
            <a:off x="3192651" y="5734196"/>
            <a:ext cx="5806698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200" b="1" dirty="0"/>
              <a:t>This is Ella</a:t>
            </a:r>
          </a:p>
        </p:txBody>
      </p:sp>
    </p:spTree>
    <p:extLst>
      <p:ext uri="{BB962C8B-B14F-4D97-AF65-F5344CB8AC3E}">
        <p14:creationId xmlns:p14="http://schemas.microsoft.com/office/powerpoint/2010/main" val="3081661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B20A4-9956-A16D-A54E-B14743094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C6DC053-5E73-A21E-3059-DC4E6CD6786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2CFBC03-5716-44EE-50B1-EF8D830AF1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3832" y="292339"/>
            <a:ext cx="4066877" cy="557106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69967DE-3650-F7EC-9E45-8506DE1784FE}"/>
              </a:ext>
            </a:extLst>
          </p:cNvPr>
          <p:cNvSpPr txBox="1"/>
          <p:nvPr/>
        </p:nvSpPr>
        <p:spPr>
          <a:xfrm>
            <a:off x="3192651" y="5734196"/>
            <a:ext cx="5806698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200" b="1" dirty="0"/>
              <a:t>Ella has 3 cookies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A3717A-88C7-C0CC-2CED-EB04D3B2D9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9981" y="4116553"/>
            <a:ext cx="1027288" cy="3188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BB4488-F6D9-2ACA-7B7A-3D991F4EE1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3990" y="3935114"/>
            <a:ext cx="1053833" cy="5312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A31691A-6B23-FDC7-B3A2-A4379B4717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0539" y="3866318"/>
            <a:ext cx="1053833" cy="5312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8CF468D-4EC2-A0B1-310D-8BBC79811C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8462" y="3936867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4445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4D741-FAC1-00B3-5707-86328EB31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685D062A-3472-4A5C-8999-F3F9CA52AF1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A69485-5B92-48CE-B103-765765EC56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540" y="286757"/>
            <a:ext cx="6505861" cy="579354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BBE0E39-5825-7F72-E5CE-142162B11CCF}"/>
              </a:ext>
            </a:extLst>
          </p:cNvPr>
          <p:cNvSpPr txBox="1"/>
          <p:nvPr/>
        </p:nvSpPr>
        <p:spPr>
          <a:xfrm>
            <a:off x="1981200" y="5748363"/>
            <a:ext cx="8229600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 sz="4400"/>
            </a:pPr>
            <a:r>
              <a:rPr lang="en-CN" sz="3200" b="1" dirty="0"/>
              <a:t>Sam is walking his dog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16A219-D480-613B-9551-A1EB51B27F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5035" y="3841566"/>
            <a:ext cx="1027288" cy="3188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13BBBBF-D087-7082-5575-C114FC738F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29044" y="3660127"/>
            <a:ext cx="1053833" cy="5312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154FA6-3F4E-F3AC-6729-69B9E8FB8E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7473" y="3575937"/>
            <a:ext cx="1053833" cy="5312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3716477-26A5-C400-7113-59A308899B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4505" y="3575937"/>
            <a:ext cx="1053833" cy="53125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30C2053-4224-3F19-D094-EA4C14A6C7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4505" y="3660126"/>
            <a:ext cx="1053833" cy="5312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A7EF0E3-67AA-4400-70B3-9A6C777391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44024" y="927160"/>
            <a:ext cx="3485150" cy="50036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E5B7DA4-3F04-A4FB-1802-924F03AB30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66859" y="4022702"/>
            <a:ext cx="1499043" cy="46530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D6A0832-85B4-F7AC-B1B4-636E85F19A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0869" y="3743729"/>
            <a:ext cx="1537779" cy="77522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54AD580-E381-83EF-0409-80DF17CBD1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73389" y="3635980"/>
            <a:ext cx="1537779" cy="77522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A3541DD-4746-2F8C-22FA-0BF7A6C5DA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1312" y="3739982"/>
            <a:ext cx="1537779" cy="775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881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2E820-31B4-7873-14E3-C22D4F5F3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E81E6C5F-3766-17BB-617F-14DA74BBBE0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4E92EB1-006F-60CC-1F47-FB709AA23E05}"/>
              </a:ext>
            </a:extLst>
          </p:cNvPr>
          <p:cNvSpPr txBox="1"/>
          <p:nvPr/>
        </p:nvSpPr>
        <p:spPr>
          <a:xfrm>
            <a:off x="1981200" y="5748363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 sz="4400"/>
            </a:pPr>
            <a:r>
              <a:rPr lang="en-CN" sz="3000" b="1" dirty="0"/>
              <a:t>Ohno! The dog broke free from the leash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2F2DDA-E972-0C06-DCAA-C3A87CC506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5035" y="3841566"/>
            <a:ext cx="1027288" cy="3188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33E9013-56E5-09F3-36E6-96D3327A99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9044" y="3660127"/>
            <a:ext cx="1053833" cy="5312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CC2A2DF-97CE-37F9-A6D1-27D3F66AC1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7473" y="3575937"/>
            <a:ext cx="1053833" cy="5312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F40D68B-9F79-93EF-B1AF-3564776469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4505" y="3575937"/>
            <a:ext cx="1053833" cy="53125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1012045-2966-065E-DB4F-4AF5424F33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4505" y="3660126"/>
            <a:ext cx="1053833" cy="5312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AA3BE13-0E6A-E83D-BE98-EFA920EC0E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4024" y="927160"/>
            <a:ext cx="3485150" cy="50036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4839E16-E532-7F00-6179-80CE33174B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6859" y="4022702"/>
            <a:ext cx="1499043" cy="46530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068A5F8-BFC8-7912-7F12-54BD5E4E02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0869" y="3743729"/>
            <a:ext cx="1537779" cy="77522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617B8A8-D5C5-265A-11A3-8174EAAF1B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3389" y="3635980"/>
            <a:ext cx="1537779" cy="77522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99DBBB8-D83F-0C16-A96A-F6F273D2FB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1312" y="3739982"/>
            <a:ext cx="1537779" cy="77522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86208B3-5861-4D01-DA1C-FBB5DCCDD74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3409" y="2620819"/>
            <a:ext cx="3251391" cy="287155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51D09ED-B42C-5A7B-F9F7-F6BD9460A2D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45431" y="266017"/>
            <a:ext cx="3675649" cy="566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276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576 0.00833 L 0.39505 -0.0208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458" y="-145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7674B-E09D-0D71-E139-E1B231274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072D4CE-ED0C-3D38-48D8-34331EB6F4E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891467E-0706-5F0D-2384-ED1EE7C910BD}"/>
              </a:ext>
            </a:extLst>
          </p:cNvPr>
          <p:cNvSpPr txBox="1"/>
          <p:nvPr/>
        </p:nvSpPr>
        <p:spPr>
          <a:xfrm>
            <a:off x="1981200" y="5748363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 sz="4400"/>
            </a:pPr>
            <a:r>
              <a:rPr lang="en-CN" sz="3000" b="1" dirty="0"/>
              <a:t>Ohno! The dog broke free from the leash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ED47E8-60C9-211D-0ECA-2117DA0FE0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5035" y="3841566"/>
            <a:ext cx="1027288" cy="3188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411745C-CA3F-C2D5-EDE9-5FAF9406E3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9044" y="3660127"/>
            <a:ext cx="1053833" cy="5312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768C67A-D24A-A981-BCC2-F09D5531E8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7473" y="3575937"/>
            <a:ext cx="1053833" cy="5312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29C80E5-829E-9039-5120-A7FEF8AF2B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4505" y="3575937"/>
            <a:ext cx="1053833" cy="53125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C7D5651-8627-3FC3-25B0-B6058690BB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4505" y="3660126"/>
            <a:ext cx="1053833" cy="5312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4CFA579-3270-8CE7-4722-E903FC7D57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4024" y="927160"/>
            <a:ext cx="3485150" cy="50036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644D9D9-008E-96DB-C79B-6C34FE4A65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6859" y="4022702"/>
            <a:ext cx="1499043" cy="46530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E952A9A-DCC4-F570-9504-6A38887C04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0869" y="3743729"/>
            <a:ext cx="1537779" cy="77522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B595CA5-462A-475A-19BC-FAD65A4221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3389" y="3635980"/>
            <a:ext cx="1537779" cy="77522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B30CB60-8DDB-C069-9315-E177BA3A2A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1312" y="3739982"/>
            <a:ext cx="1537779" cy="77522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3F1B001-A897-07D9-BC8C-EE5D7C3941F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3409" y="2620819"/>
            <a:ext cx="3251391" cy="287155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90A7694-FC59-DA72-6EEE-A752BA3A556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45431" y="266017"/>
            <a:ext cx="3675649" cy="566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247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576 0.00833 L 0.39505 -0.0208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458" y="-145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14579-443F-9A72-EC10-EF86DF87A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BAD711-0567-7846-A367-9D8B24F7FA8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7D9F28-F601-B960-C556-63CBC336F4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0093" y="849490"/>
            <a:ext cx="3764460" cy="515902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CAD7CBC-5E83-CB3F-013C-2331D65B4D32}"/>
              </a:ext>
            </a:extLst>
          </p:cNvPr>
          <p:cNvSpPr txBox="1"/>
          <p:nvPr/>
        </p:nvSpPr>
        <p:spPr>
          <a:xfrm>
            <a:off x="1981200" y="5748363"/>
            <a:ext cx="8229600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 sz="4400"/>
            </a:pPr>
            <a:r>
              <a:rPr lang="en-CN" sz="3200" dirty="0"/>
              <a:t>The dog ate 2 of Ella’s cookies!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EEAFDCE-4983-5B2A-1ED4-408ADC6C83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66859" y="4022702"/>
            <a:ext cx="1499043" cy="46530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252D89-BF25-6EA1-C5A3-1E90E35974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0869" y="3743729"/>
            <a:ext cx="1537779" cy="77522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948F0F7-844F-C8B9-5E93-784660DE51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5431" y="266017"/>
            <a:ext cx="3675649" cy="566482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743D08A-CBB2-6067-B610-5241551B1CA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3316" y="3009725"/>
            <a:ext cx="2118540" cy="26706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6402817-934B-7D8A-701C-85F8C400BD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8180" y="3739317"/>
            <a:ext cx="1537779" cy="7752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CB8AE42-592D-239F-FACF-CE23CA7F8E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8583" y="3634002"/>
            <a:ext cx="1537779" cy="775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278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B28B9-24AD-CDB0-565D-879EC5185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FECF7C4-40A7-4D30-1FFD-0D3B626834D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5B01250-8840-44E2-3229-E47E92E073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3354" y="574220"/>
            <a:ext cx="3733835" cy="511673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94F330E-E937-6B7D-AA67-EDD69E92DD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9654" y="-4737"/>
            <a:ext cx="4156315" cy="569569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42E65E0-B52A-82C9-123D-92EC37FC1305}"/>
              </a:ext>
            </a:extLst>
          </p:cNvPr>
          <p:cNvSpPr txBox="1"/>
          <p:nvPr/>
        </p:nvSpPr>
        <p:spPr>
          <a:xfrm>
            <a:off x="2239500" y="5596796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 sz="3000"/>
            </a:pPr>
            <a:r>
              <a:rPr lang="en-US" sz="3000" b="1" dirty="0"/>
              <a:t>Sam still has 5 cookies. Ella now has 1 cookie.</a:t>
            </a:r>
            <a:endParaRPr lang="en-CN" sz="4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08D075-1486-25A9-8448-027FAD0335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5334" y="4101222"/>
            <a:ext cx="1027288" cy="31887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FC01530-D7A5-C9EE-83E5-FB5746D3FC6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6434731" y="4123901"/>
            <a:ext cx="457200" cy="2240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0B02584-3C5F-29A8-AD6C-8AA904F795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72340" y="3966192"/>
            <a:ext cx="1027288" cy="31887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B0FA563-19FC-D6BA-4512-9CCB6A682BF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2922150" y="3988523"/>
            <a:ext cx="457200" cy="2240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628228D-8977-27A6-CC1E-6DC5FBBB33B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3246589" y="3966191"/>
            <a:ext cx="457200" cy="2240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2DD70C8-84BD-9E94-C483-74DF115F9C3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3057384" y="3916008"/>
            <a:ext cx="457200" cy="22402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628228D-8977-27A6-CC1E-6DC5FBBB33B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3246100" y="3883744"/>
            <a:ext cx="457200" cy="22402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4FBD8AC-684F-E02D-6030-53482B73C59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2826311" y="3899876"/>
            <a:ext cx="457200" cy="2240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73F67D0-89DE-D2E5-0436-68629901DA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93812" y="2922906"/>
            <a:ext cx="2118540" cy="26706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255CDF7-265E-9D34-1681-90DC60F31B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8676" y="3652498"/>
            <a:ext cx="1537779" cy="7752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484B05-AED4-91F2-66A9-395973D9D0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079" y="3547183"/>
            <a:ext cx="1537779" cy="775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3856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14396-0BCB-2143-189F-A9D1238D6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0A9CECC-A6F7-9663-D2D4-11F3BFCC45B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77DCAE2-93A1-8A79-2730-741C8CD120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3354" y="574220"/>
            <a:ext cx="3733835" cy="511673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C01EF3C-11B1-111A-9F15-FDB7B63F23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9654" y="-4737"/>
            <a:ext cx="4156315" cy="569569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36B3B9A-5A5C-5551-A822-16E2A566DEE2}"/>
              </a:ext>
            </a:extLst>
          </p:cNvPr>
          <p:cNvSpPr txBox="1"/>
          <p:nvPr/>
        </p:nvSpPr>
        <p:spPr>
          <a:xfrm>
            <a:off x="2239500" y="5596796"/>
            <a:ext cx="8229600" cy="101566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3000" b="1" dirty="0"/>
              <a:t>Please decide whether you would like to move some of Sam’s cookies.</a:t>
            </a:r>
            <a:endParaRPr lang="en-CN" sz="30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EEA63D-98A1-14C6-001B-5D99C8E2F3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5334" y="4101222"/>
            <a:ext cx="1027288" cy="31887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CCA1495-34DF-B647-8EAB-D8DF6DCA8AE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6434731" y="4123901"/>
            <a:ext cx="457200" cy="2240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7D1883E-D8DA-9C1E-E759-03DF0035EC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72340" y="3966192"/>
            <a:ext cx="1027288" cy="31887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CA4BF9A-861C-B324-C83A-DC8505A2D0F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2922150" y="3988523"/>
            <a:ext cx="457200" cy="2240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DE14A15-6C42-C532-8FCC-44CEF4B5510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3246589" y="3966191"/>
            <a:ext cx="457200" cy="2240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C5F3115-E9F4-FBF6-E4D1-2EE7CACD501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3057384" y="3916008"/>
            <a:ext cx="457200" cy="22402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A299699-38E2-23B5-EA45-AD1EB2E54C3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3246100" y="3883744"/>
            <a:ext cx="457200" cy="22402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206EFF9-FE33-3373-7ADD-D0FB5A1A318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2826311" y="3899876"/>
            <a:ext cx="457200" cy="2240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B7078C7-94C6-20EB-1BA1-05FB6EDDD5E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93812" y="2922906"/>
            <a:ext cx="2118540" cy="26706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F5EB93-1FCA-65C0-86F9-DB287D119F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8676" y="3652498"/>
            <a:ext cx="1537779" cy="7752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1F9FDF0-1485-C07F-DA46-F4E71BF179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079" y="3547183"/>
            <a:ext cx="1537779" cy="775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2376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79</Words>
  <Application>Microsoft Macintosh PowerPoint</Application>
  <PresentationFormat>Widescreen</PresentationFormat>
  <Paragraphs>16</Paragraphs>
  <Slides>11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Katie Lan</dc:creator>
  <cp:lastModifiedBy>Katie Lan</cp:lastModifiedBy>
  <cp:revision>18</cp:revision>
  <dcterms:created xsi:type="dcterms:W3CDTF">2026-05-01T23:47:31Z</dcterms:created>
  <dcterms:modified xsi:type="dcterms:W3CDTF">2026-05-22T04:38:53Z</dcterms:modified>
</cp:coreProperties>
</file>