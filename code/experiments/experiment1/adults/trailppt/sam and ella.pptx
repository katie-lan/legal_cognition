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7" r:id="rId2"/>
    <p:sldId id="259" r:id="rId3"/>
    <p:sldId id="258" r:id="rId4"/>
    <p:sldId id="260" r:id="rId5"/>
    <p:sldId id="261" r:id="rId6"/>
    <p:sldId id="262" r:id="rId7"/>
    <p:sldId id="264" r:id="rId8"/>
    <p:sldId id="265" r:id="rId9"/>
    <p:sldId id="266" r:id="rId10"/>
    <p:sldId id="267" r:id="rId11"/>
  </p:sldIdLst>
  <p:sldSz cx="12192000" cy="6858000"/>
  <p:notesSz cx="6858000" cy="9144000"/>
  <p:defaultTextStyle>
    <a:defPPr>
      <a:defRPr lang="en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20219"/>
    <p:restoredTop sz="94669"/>
  </p:normalViewPr>
  <p:slideViewPr>
    <p:cSldViewPr snapToGrid="0">
      <p:cViewPr>
        <p:scale>
          <a:sx n="74" d="100"/>
          <a:sy n="74" d="100"/>
        </p:scale>
        <p:origin x="1848" y="103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6C5B545-7E4E-115E-D9AE-33999AD003E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CN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607D341-9B07-5B2F-064E-57D827B257A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C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4A87C3D-BFAB-0949-0D8E-E29843E0DD7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5BEBB6E-1747-1148-9C7B-8E39D56E3DDB}" type="datetimeFigureOut">
              <a:rPr lang="en-CN" smtClean="0"/>
              <a:t>2026/5/8</a:t>
            </a:fld>
            <a:endParaRPr lang="en-C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9510B9B-FBA6-052E-CBA4-684282DDF40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EF483C2-C784-BD76-AB56-07407192AAB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086652-8ED8-2C4E-810D-2E1EC7F26486}" type="slidenum">
              <a:rPr lang="en-CN" smtClean="0"/>
              <a:t>‹#›</a:t>
            </a:fld>
            <a:endParaRPr lang="en-CN"/>
          </a:p>
        </p:txBody>
      </p:sp>
    </p:spTree>
    <p:extLst>
      <p:ext uri="{BB962C8B-B14F-4D97-AF65-F5344CB8AC3E}">
        <p14:creationId xmlns:p14="http://schemas.microsoft.com/office/powerpoint/2010/main" val="8414227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5D4926F-14D1-0737-A8BF-E6DA7B60DE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631E4C3-CEDF-B93E-D78A-7EF2A5DA39B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4B52DAA-E227-3F3C-2BC4-7580452B5D3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5BEBB6E-1747-1148-9C7B-8E39D56E3DDB}" type="datetimeFigureOut">
              <a:rPr lang="en-CN" smtClean="0"/>
              <a:t>2026/5/8</a:t>
            </a:fld>
            <a:endParaRPr lang="en-C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98FC7D5-B59D-20A1-3D3F-4CD92186F11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932F01B-B3C6-31C2-9108-EB948020129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086652-8ED8-2C4E-810D-2E1EC7F26486}" type="slidenum">
              <a:rPr lang="en-CN" smtClean="0"/>
              <a:t>‹#›</a:t>
            </a:fld>
            <a:endParaRPr lang="en-CN"/>
          </a:p>
        </p:txBody>
      </p:sp>
    </p:spTree>
    <p:extLst>
      <p:ext uri="{BB962C8B-B14F-4D97-AF65-F5344CB8AC3E}">
        <p14:creationId xmlns:p14="http://schemas.microsoft.com/office/powerpoint/2010/main" val="260074476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EF0815F-3348-32E4-0B54-02FD41B1AF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C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2BC4490-6F20-54C2-681B-18BF3F692EF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ABB2078-644B-0581-1C58-52CD1926F5E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5BEBB6E-1747-1148-9C7B-8E39D56E3DDB}" type="datetimeFigureOut">
              <a:rPr lang="en-CN" smtClean="0"/>
              <a:t>2026/5/8</a:t>
            </a:fld>
            <a:endParaRPr lang="en-C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DA82AC6-3947-7E21-09FB-BCC930E99DB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FA9C2D9-0266-1B80-4773-D92C1AAA07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086652-8ED8-2C4E-810D-2E1EC7F26486}" type="slidenum">
              <a:rPr lang="en-CN" smtClean="0"/>
              <a:t>‹#›</a:t>
            </a:fld>
            <a:endParaRPr lang="en-CN"/>
          </a:p>
        </p:txBody>
      </p:sp>
    </p:spTree>
    <p:extLst>
      <p:ext uri="{BB962C8B-B14F-4D97-AF65-F5344CB8AC3E}">
        <p14:creationId xmlns:p14="http://schemas.microsoft.com/office/powerpoint/2010/main" val="317252955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057E2F8-2154-032C-FE4E-6088E9A87F5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28038F6-3759-B7FD-DD63-B5F4D693219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N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F2E74A7-9FC8-DD42-95EA-166C746D703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N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874CFD8-9839-1ED5-1A19-F83CB840B62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5BEBB6E-1747-1148-9C7B-8E39D56E3DDB}" type="datetimeFigureOut">
              <a:rPr lang="en-CN" smtClean="0"/>
              <a:t>2026/5/8</a:t>
            </a:fld>
            <a:endParaRPr lang="en-C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2CCCA20-9281-FFCF-8D1B-D9C7253861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2F2FDAA-B564-04EB-6CB6-59CCE6B8E9F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086652-8ED8-2C4E-810D-2E1EC7F26486}" type="slidenum">
              <a:rPr lang="en-CN" smtClean="0"/>
              <a:t>‹#›</a:t>
            </a:fld>
            <a:endParaRPr lang="en-CN"/>
          </a:p>
        </p:txBody>
      </p:sp>
    </p:spTree>
    <p:extLst>
      <p:ext uri="{BB962C8B-B14F-4D97-AF65-F5344CB8AC3E}">
        <p14:creationId xmlns:p14="http://schemas.microsoft.com/office/powerpoint/2010/main" val="143586012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38EA1E8-869E-7FA5-3B4B-0858FB55708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C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B39C1B5-9F4C-6231-A818-00BD5CC7CE2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96B7603-5F44-DB39-9341-FBF429946AC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N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D8CA8FCA-414B-256E-B8CB-0530D3E392E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008277B0-AC52-227E-CF9D-31DFA689B88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N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DAF7DF43-3E47-8946-FFF4-253D70E1964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5BEBB6E-1747-1148-9C7B-8E39D56E3DDB}" type="datetimeFigureOut">
              <a:rPr lang="en-CN" smtClean="0"/>
              <a:t>2026/5/8</a:t>
            </a:fld>
            <a:endParaRPr lang="en-CN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47B509E7-26B7-3393-9480-C9FDF4359D3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N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19FA5025-512F-18DB-59B9-C7DA03D12B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086652-8ED8-2C4E-810D-2E1EC7F26486}" type="slidenum">
              <a:rPr lang="en-CN" smtClean="0"/>
              <a:t>‹#›</a:t>
            </a:fld>
            <a:endParaRPr lang="en-CN"/>
          </a:p>
        </p:txBody>
      </p:sp>
    </p:spTree>
    <p:extLst>
      <p:ext uri="{BB962C8B-B14F-4D97-AF65-F5344CB8AC3E}">
        <p14:creationId xmlns:p14="http://schemas.microsoft.com/office/powerpoint/2010/main" val="313726172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D34A387-0748-DC9D-ECD2-A5AD0B4F96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N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953861D-4C08-B605-93D2-6AEEB6E94C1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5BEBB6E-1747-1148-9C7B-8E39D56E3DDB}" type="datetimeFigureOut">
              <a:rPr lang="en-CN" smtClean="0"/>
              <a:t>2026/5/8</a:t>
            </a:fld>
            <a:endParaRPr lang="en-CN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6FC9800-7EE6-E390-DAA5-3B2DB461C97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N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8688D2E-82BE-5395-2439-F6CE2D6B2FD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086652-8ED8-2C4E-810D-2E1EC7F26486}" type="slidenum">
              <a:rPr lang="en-CN" smtClean="0"/>
              <a:t>‹#›</a:t>
            </a:fld>
            <a:endParaRPr lang="en-CN"/>
          </a:p>
        </p:txBody>
      </p:sp>
    </p:spTree>
    <p:extLst>
      <p:ext uri="{BB962C8B-B14F-4D97-AF65-F5344CB8AC3E}">
        <p14:creationId xmlns:p14="http://schemas.microsoft.com/office/powerpoint/2010/main" val="106156894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172BEC4D-3FA7-DF2C-D8A8-41AA5A75972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5BEBB6E-1747-1148-9C7B-8E39D56E3DDB}" type="datetimeFigureOut">
              <a:rPr lang="en-CN" smtClean="0"/>
              <a:t>2026/5/8</a:t>
            </a:fld>
            <a:endParaRPr lang="en-CN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6A3668B-1411-DFB6-5BF8-73F36504EE9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N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4C5DDBA-CD73-05B4-20A5-4DD5337EA6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086652-8ED8-2C4E-810D-2E1EC7F26486}" type="slidenum">
              <a:rPr lang="en-CN" smtClean="0"/>
              <a:t>‹#›</a:t>
            </a:fld>
            <a:endParaRPr lang="en-CN"/>
          </a:p>
        </p:txBody>
      </p:sp>
    </p:spTree>
    <p:extLst>
      <p:ext uri="{BB962C8B-B14F-4D97-AF65-F5344CB8AC3E}">
        <p14:creationId xmlns:p14="http://schemas.microsoft.com/office/powerpoint/2010/main" val="195527938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9083CB3-04A1-C9F0-0E3D-B5109B0CBCC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C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7A61067-A124-52F4-313F-AE4113E3F4D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7C71974-7FA6-061C-3A11-76E89377E4E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C999820-A27A-F41E-9328-6C465A1D93A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5BEBB6E-1747-1148-9C7B-8E39D56E3DDB}" type="datetimeFigureOut">
              <a:rPr lang="en-CN" smtClean="0"/>
              <a:t>2026/5/8</a:t>
            </a:fld>
            <a:endParaRPr lang="en-C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FE2CA85-3573-A5C5-9876-4DFA8586239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BAB0DEA-2BAF-4177-DC53-CE6CF2C9BE4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086652-8ED8-2C4E-810D-2E1EC7F26486}" type="slidenum">
              <a:rPr lang="en-CN" smtClean="0"/>
              <a:t>‹#›</a:t>
            </a:fld>
            <a:endParaRPr lang="en-CN"/>
          </a:p>
        </p:txBody>
      </p:sp>
    </p:spTree>
    <p:extLst>
      <p:ext uri="{BB962C8B-B14F-4D97-AF65-F5344CB8AC3E}">
        <p14:creationId xmlns:p14="http://schemas.microsoft.com/office/powerpoint/2010/main" val="209087195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BF52E22-67CB-BDAD-E42C-02BB283322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CN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270A2FDB-34FA-1131-3654-B3B8D2CC3B0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C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72E1C7F-8AB9-26D1-463D-CA4DDDA2223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5E287C5-F4D1-2213-8628-E39F1CBBE84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5BEBB6E-1747-1148-9C7B-8E39D56E3DDB}" type="datetimeFigureOut">
              <a:rPr lang="en-CN" smtClean="0"/>
              <a:t>2026/5/8</a:t>
            </a:fld>
            <a:endParaRPr lang="en-C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71DA965-0D31-5AB1-C4C9-83A6D52AD42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D7B6A37-82A7-7D32-FBED-311FE2C44D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086652-8ED8-2C4E-810D-2E1EC7F26486}" type="slidenum">
              <a:rPr lang="en-CN" smtClean="0"/>
              <a:t>‹#›</a:t>
            </a:fld>
            <a:endParaRPr lang="en-CN"/>
          </a:p>
        </p:txBody>
      </p:sp>
    </p:spTree>
    <p:extLst>
      <p:ext uri="{BB962C8B-B14F-4D97-AF65-F5344CB8AC3E}">
        <p14:creationId xmlns:p14="http://schemas.microsoft.com/office/powerpoint/2010/main" val="54936187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F469935-A0FC-15DE-6B82-46FC6311579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EBDE586-1C72-D8F5-2B4D-1F974960C18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5FE60DB-B08D-E5FD-4FB8-05A34853DE9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5BEBB6E-1747-1148-9C7B-8E39D56E3DDB}" type="datetimeFigureOut">
              <a:rPr lang="en-CN" smtClean="0"/>
              <a:t>2026/5/8</a:t>
            </a:fld>
            <a:endParaRPr lang="en-C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B162FB5-8E01-00DF-4DCB-66C45C22013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CA9D754-872F-8085-C78D-849A0C71E7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086652-8ED8-2C4E-810D-2E1EC7F26486}" type="slidenum">
              <a:rPr lang="en-CN" smtClean="0"/>
              <a:t>‹#›</a:t>
            </a:fld>
            <a:endParaRPr lang="en-CN"/>
          </a:p>
        </p:txBody>
      </p:sp>
    </p:spTree>
    <p:extLst>
      <p:ext uri="{BB962C8B-B14F-4D97-AF65-F5344CB8AC3E}">
        <p14:creationId xmlns:p14="http://schemas.microsoft.com/office/powerpoint/2010/main" val="406568884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A6E62056-1BB4-3934-7190-AAE04168CBBB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C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B5AE842-44C6-CD93-D000-A3380F29A76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DD5368A-CE08-2167-C5D4-87BB42DDC0A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5BEBB6E-1747-1148-9C7B-8E39D56E3DDB}" type="datetimeFigureOut">
              <a:rPr lang="en-CN" smtClean="0"/>
              <a:t>2026/5/8</a:t>
            </a:fld>
            <a:endParaRPr lang="en-C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EC675E9-AA47-6B87-1265-95D473D04C6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AD1C5AF-FADA-5626-B030-7408A3BEF6F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086652-8ED8-2C4E-810D-2E1EC7F26486}" type="slidenum">
              <a:rPr lang="en-CN" smtClean="0"/>
              <a:t>‹#›</a:t>
            </a:fld>
            <a:endParaRPr lang="en-CN"/>
          </a:p>
        </p:txBody>
      </p:sp>
    </p:spTree>
    <p:extLst>
      <p:ext uri="{BB962C8B-B14F-4D97-AF65-F5344CB8AC3E}">
        <p14:creationId xmlns:p14="http://schemas.microsoft.com/office/powerpoint/2010/main" val="22699240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774AF38A-B81A-E33F-617C-205C3C2EC17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C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302F850-D113-4ECF-9B25-D8D882FAC8A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50AC17B-C261-8B33-7085-9AB5C3BFEE1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5BEBB6E-1747-1148-9C7B-8E39D56E3DDB}" type="datetimeFigureOut">
              <a:rPr lang="en-CN" smtClean="0"/>
              <a:t>2026/5/8</a:t>
            </a:fld>
            <a:endParaRPr lang="en-C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A195AC0-6D16-5B1E-550A-95C1402B473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C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55393AB-3806-F30B-688B-96B0A2CE1A1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7086652-8ED8-2C4E-810D-2E1EC7F26486}" type="slidenum">
              <a:rPr lang="en-CN" smtClean="0"/>
              <a:t>‹#›</a:t>
            </a:fld>
            <a:endParaRPr lang="en-CN"/>
          </a:p>
        </p:txBody>
      </p:sp>
    </p:spTree>
    <p:extLst>
      <p:ext uri="{BB962C8B-B14F-4D97-AF65-F5344CB8AC3E}">
        <p14:creationId xmlns:p14="http://schemas.microsoft.com/office/powerpoint/2010/main" val="326154486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3.png"/><Relationship Id="rId4" Type="http://schemas.openxmlformats.org/officeDocument/2006/relationships/image" Target="../media/image6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3.png"/><Relationship Id="rId5" Type="http://schemas.openxmlformats.org/officeDocument/2006/relationships/image" Target="../media/image6.png"/><Relationship Id="rId4" Type="http://schemas.openxmlformats.org/officeDocument/2006/relationships/image" Target="../media/image2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0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9.png"/><Relationship Id="rId4" Type="http://schemas.openxmlformats.org/officeDocument/2006/relationships/image" Target="../media/image11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5FEAD570-9755-D8EC-9CB8-2BC864B2B7C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99933" y="643466"/>
            <a:ext cx="4066877" cy="5571067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37FD59ED-5B09-4C33-C11D-4D767488C8E2}"/>
              </a:ext>
            </a:extLst>
          </p:cNvPr>
          <p:cNvSpPr txBox="1"/>
          <p:nvPr/>
        </p:nvSpPr>
        <p:spPr>
          <a:xfrm>
            <a:off x="6385302" y="2413336"/>
            <a:ext cx="3908442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defRPr/>
            </a:pPr>
            <a:r>
              <a:rPr lang="en-CN" sz="6000" dirty="0"/>
              <a:t>This is Sam</a:t>
            </a:r>
          </a:p>
        </p:txBody>
      </p:sp>
    </p:spTree>
    <p:extLst>
      <p:ext uri="{BB962C8B-B14F-4D97-AF65-F5344CB8AC3E}">
        <p14:creationId xmlns:p14="http://schemas.microsoft.com/office/powerpoint/2010/main" val="239187800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666DE52-497B-1984-09B5-4042C5977D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3AFADC11-0C43-FDE6-CE5F-0B353D8B621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99933" y="643466"/>
            <a:ext cx="4066877" cy="5571067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CD4B2DDA-3D70-3231-491A-4DEB45CC4BCB}"/>
              </a:ext>
            </a:extLst>
          </p:cNvPr>
          <p:cNvSpPr txBox="1"/>
          <p:nvPr/>
        </p:nvSpPr>
        <p:spPr>
          <a:xfrm>
            <a:off x="6385302" y="2413336"/>
            <a:ext cx="4938275" cy="193899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defRPr/>
            </a:pPr>
            <a:r>
              <a:rPr lang="en-CN" sz="6000" dirty="0"/>
              <a:t>Sam has three</a:t>
            </a:r>
          </a:p>
          <a:p>
            <a:r>
              <a:rPr lang="en-CN" sz="6000" dirty="0"/>
              <a:t>cookies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9F2E932-A042-036A-2205-8B7CF53A76C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99933" y="3428999"/>
            <a:ext cx="2019300" cy="2425700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0DC4872D-7AEC-202F-AD53-6977568452D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99933" y="3904343"/>
            <a:ext cx="2155814" cy="10867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5283019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8BDC1F5-1576-AAE2-8F98-9F1BC2121D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2983A60D-A820-EAB1-5D2D-BC73BB91913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39822" y="643465"/>
            <a:ext cx="4066877" cy="5571067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F2C82817-0497-C406-BF51-D0D2A4E15683}"/>
              </a:ext>
            </a:extLst>
          </p:cNvPr>
          <p:cNvSpPr txBox="1"/>
          <p:nvPr/>
        </p:nvSpPr>
        <p:spPr>
          <a:xfrm>
            <a:off x="6385302" y="2413336"/>
            <a:ext cx="3645550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defRPr/>
            </a:pPr>
            <a:r>
              <a:rPr lang="en-CN" sz="6000" dirty="0"/>
              <a:t>This is Ella</a:t>
            </a:r>
          </a:p>
        </p:txBody>
      </p:sp>
    </p:spTree>
    <p:extLst>
      <p:ext uri="{BB962C8B-B14F-4D97-AF65-F5344CB8AC3E}">
        <p14:creationId xmlns:p14="http://schemas.microsoft.com/office/powerpoint/2010/main" val="197211601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0EA64A1-4D68-89F4-1722-0DF8A62BD9A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286F7C33-46F3-8F4E-EDD8-B65D2883659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39822" y="643465"/>
            <a:ext cx="4066877" cy="5571067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053A98B2-82E7-2929-4851-9A586C107F5A}"/>
              </a:ext>
            </a:extLst>
          </p:cNvPr>
          <p:cNvSpPr txBox="1"/>
          <p:nvPr/>
        </p:nvSpPr>
        <p:spPr>
          <a:xfrm>
            <a:off x="6385302" y="2413336"/>
            <a:ext cx="4665764" cy="193899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defRPr/>
            </a:pPr>
            <a:r>
              <a:rPr lang="en-CN" sz="6000" dirty="0"/>
              <a:t>Ella has</a:t>
            </a:r>
          </a:p>
          <a:p>
            <a:r>
              <a:rPr lang="en-US" sz="6000" dirty="0"/>
              <a:t>t</a:t>
            </a:r>
            <a:r>
              <a:rPr lang="en-CN" sz="6000" dirty="0"/>
              <a:t>hree cookies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920F879E-F1C7-8DF1-D8A3-7264E5D63AF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39822" y="3428999"/>
            <a:ext cx="2019300" cy="2425700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B859A393-0853-0A6F-C6C0-D5931B3C109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739822" y="3904343"/>
            <a:ext cx="2155814" cy="10867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7632022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FFC36509-D21C-C80D-BACB-D38F2485694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45311" y="805404"/>
            <a:ext cx="5027970" cy="4477462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77DF31F3-87E4-3C11-7675-6D25A2E53B8B}"/>
              </a:ext>
            </a:extLst>
          </p:cNvPr>
          <p:cNvSpPr txBox="1"/>
          <p:nvPr/>
        </p:nvSpPr>
        <p:spPr>
          <a:xfrm>
            <a:off x="2370845" y="5459290"/>
            <a:ext cx="8229600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defRPr sz="4400"/>
            </a:pPr>
            <a:r>
              <a:rPr lang="en-CN" sz="4400" dirty="0"/>
              <a:t>Sam is walking his dog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725863BA-70AF-8959-FAEA-C24FE680C87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57846" y="4154254"/>
            <a:ext cx="1530514" cy="1838542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2FEF2677-2021-5ABA-FF05-C739348361E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26976" y="2030290"/>
            <a:ext cx="2388358" cy="3429000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96BCE5CD-9FA1-C767-3B7B-F6EDCAE3C11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331025" y="4553416"/>
            <a:ext cx="1384156" cy="6977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4431444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651D1EC-E810-E2F7-CE19-D0406A5F16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272EECF2-E657-F404-7004-E0A5A21E3E13}"/>
              </a:ext>
            </a:extLst>
          </p:cNvPr>
          <p:cNvSpPr txBox="1"/>
          <p:nvPr/>
        </p:nvSpPr>
        <p:spPr>
          <a:xfrm>
            <a:off x="2370845" y="5459290"/>
            <a:ext cx="8407494" cy="7848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defRPr sz="4400"/>
            </a:pPr>
            <a:r>
              <a:rPr lang="en-CN" sz="4400" dirty="0"/>
              <a:t>The dog broke free from the leash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37CF2D29-493A-6805-DCF0-0BB364DC28C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8755" y="2745437"/>
            <a:ext cx="2673306" cy="2361005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6E2D3978-08B6-FA4F-AF32-566A796B15E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02975" y="834891"/>
            <a:ext cx="2771617" cy="4271551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7BD4BAD0-E9C8-A95D-535E-4CEA8E2A9F0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257846" y="4154254"/>
            <a:ext cx="1530514" cy="1838542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69780770-A634-3C0C-65B3-B9E5F7120CF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26976" y="2030290"/>
            <a:ext cx="2388358" cy="3429000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260E52F9-E166-15CF-4694-75A63776E1C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331025" y="4553416"/>
            <a:ext cx="1384156" cy="6977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4924545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0" presetClass="path" presetSubtype="0" accel="50000" decel="5000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.06576 0.00833 L 0.39505 -0.02084 " pathEditMode="relative" rAng="0" ptsTypes="AA">
                                      <p:cBhvr>
                                        <p:cTn id="6" dur="2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16458" y="-1458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A39541D-5A6F-B19A-88CE-07A1ABBCDD2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Picture 14">
            <a:extLst>
              <a:ext uri="{FF2B5EF4-FFF2-40B4-BE49-F238E27FC236}">
                <a16:creationId xmlns:a16="http://schemas.microsoft.com/office/drawing/2014/main" id="{8796B0F9-EDB8-779C-BFC9-6CE3D82C74F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03542" y="2027285"/>
            <a:ext cx="2502090" cy="3429000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4C8BC04F-7206-F0AA-D6AB-1C9EC7014523}"/>
              </a:ext>
            </a:extLst>
          </p:cNvPr>
          <p:cNvSpPr txBox="1"/>
          <p:nvPr/>
        </p:nvSpPr>
        <p:spPr>
          <a:xfrm>
            <a:off x="2370845" y="5459290"/>
            <a:ext cx="8229600" cy="7848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defRPr sz="4400"/>
            </a:pPr>
            <a:r>
              <a:rPr lang="en-CN" sz="4400" dirty="0"/>
              <a:t>The dog ate one of the cookie!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3F62F9EB-8978-0D77-8CA6-E62178A40FC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02975" y="834891"/>
            <a:ext cx="2771617" cy="4271551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3E7F6CDF-F44F-BB6D-934C-52E486A7543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257846" y="4154254"/>
            <a:ext cx="1530514" cy="1838542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8F216F39-DECA-B8B8-D193-F20FBB81919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331025" y="4553416"/>
            <a:ext cx="1384156" cy="697782"/>
          </a:xfrm>
          <a:prstGeom prst="rect">
            <a:avLst/>
          </a:prstGeom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8D191304-5E06-B31E-5819-8E8A36F78D1B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 flipH="1">
            <a:off x="6649803" y="3624714"/>
            <a:ext cx="2057549" cy="14817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5505743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6D7AE99-77E6-6B09-3D91-BEABEC8209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D7728212-D407-A85D-8BE2-170C1D72C2E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23652" y="4004701"/>
            <a:ext cx="1530514" cy="1838542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AA10146E-C897-D9EA-2BCF-548923768039}"/>
              </a:ext>
            </a:extLst>
          </p:cNvPr>
          <p:cNvSpPr txBox="1"/>
          <p:nvPr/>
        </p:nvSpPr>
        <p:spPr>
          <a:xfrm>
            <a:off x="2370845" y="5459290"/>
            <a:ext cx="8229600" cy="7848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defRPr sz="4400"/>
            </a:pPr>
            <a:r>
              <a:rPr lang="en-CN" sz="4400" dirty="0"/>
              <a:t>The dog ate one of the cookie!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73618854-403C-673B-40D4-C2ECE38F988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02975" y="834891"/>
            <a:ext cx="2771617" cy="4271551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41AE979A-2D41-80D6-2989-F91E6BF6F72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flipH="1">
            <a:off x="6525943" y="2740732"/>
            <a:ext cx="1434457" cy="2365710"/>
          </a:xfrm>
          <a:prstGeom prst="rect">
            <a:avLst/>
          </a:prstGeom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42C7CCC0-83F1-5486-13C6-114D306B8AB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503542" y="2027285"/>
            <a:ext cx="2502090" cy="3429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7447057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>
            <a:extLst>
              <a:ext uri="{FF2B5EF4-FFF2-40B4-BE49-F238E27FC236}">
                <a16:creationId xmlns:a16="http://schemas.microsoft.com/office/drawing/2014/main" id="{A418A6A6-3932-F807-00A3-1118CA73B03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83033" y="807495"/>
            <a:ext cx="2735326" cy="3748409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4C2F6717-95D8-CEEE-E1BC-D51EAF23C63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94748" y="749119"/>
            <a:ext cx="2735326" cy="3748411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D6ACDA22-8F1E-EBA0-0410-61E40B1EC54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83033" y="2548954"/>
            <a:ext cx="1321046" cy="1586917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085C8687-D391-A54D-CE63-400D3E4EEF5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924624" y="2623325"/>
            <a:ext cx="1454766" cy="1747550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774A226D-904A-E20C-4A88-A457FEFAD35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894748" y="2906741"/>
            <a:ext cx="1538917" cy="775801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B8CE0E6F-D8D3-5420-F9A7-94DA7D54CEDA}"/>
              </a:ext>
            </a:extLst>
          </p:cNvPr>
          <p:cNvSpPr txBox="1"/>
          <p:nvPr/>
        </p:nvSpPr>
        <p:spPr>
          <a:xfrm>
            <a:off x="2370845" y="5459290"/>
            <a:ext cx="8229600" cy="144655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defRPr/>
            </a:pPr>
            <a:r>
              <a:rPr lang="en-US" sz="4400" dirty="0"/>
              <a:t>Sam still has 3 cookies. Ella now has 2 cookies.</a:t>
            </a:r>
            <a:endParaRPr lang="en-CN" sz="4400" dirty="0"/>
          </a:p>
        </p:txBody>
      </p:sp>
    </p:spTree>
    <p:extLst>
      <p:ext uri="{BB962C8B-B14F-4D97-AF65-F5344CB8AC3E}">
        <p14:creationId xmlns:p14="http://schemas.microsoft.com/office/powerpoint/2010/main" val="230627464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6" presetClass="emp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6" dur="2000" fill="hold"/>
                                        <p:tgtEl>
                                          <p:spTgt spid="5"/>
                                        </p:tgtEl>
                                      </p:cBhvr>
                                      <p:by x="150000" y="150000"/>
                                    </p:animScale>
                                  </p:childTnLst>
                                </p:cTn>
                              </p:par>
                              <p:par>
                                <p:cTn id="7" presetID="6" presetClass="emp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8" dur="2000" fill="hold"/>
                                        <p:tgtEl>
                                          <p:spTgt spid="6"/>
                                        </p:tgtEl>
                                      </p:cBhvr>
                                      <p:by x="150000" y="150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6" presetClass="emp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12" dur="2000" fill="hold"/>
                                        <p:tgtEl>
                                          <p:spTgt spid="4"/>
                                        </p:tgtEl>
                                      </p:cBhvr>
                                      <p:by x="150000" y="150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37109EE-4D38-2BED-4F35-2A4990EC28E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>
            <a:extLst>
              <a:ext uri="{FF2B5EF4-FFF2-40B4-BE49-F238E27FC236}">
                <a16:creationId xmlns:a16="http://schemas.microsoft.com/office/drawing/2014/main" id="{86030699-7504-A058-26F7-AD7D06A2284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83033" y="807495"/>
            <a:ext cx="2735326" cy="3748409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4D579747-7A1F-4940-44B3-6ABDE8945CC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94748" y="749119"/>
            <a:ext cx="2735326" cy="3748411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DCC1D4FC-AC7C-76B5-8B8A-D38E2FEB809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83033" y="2548954"/>
            <a:ext cx="1321046" cy="1586917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F066D51D-7473-9FCB-1017-BF30C5DB791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924624" y="2623325"/>
            <a:ext cx="1454766" cy="1747550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F14C3281-6095-5F53-0D96-51C6FFB4136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894748" y="2906741"/>
            <a:ext cx="1538917" cy="775801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47B6276C-C37F-3EE6-9AE4-FE13F5FDC742}"/>
              </a:ext>
            </a:extLst>
          </p:cNvPr>
          <p:cNvSpPr txBox="1"/>
          <p:nvPr/>
        </p:nvSpPr>
        <p:spPr>
          <a:xfrm>
            <a:off x="2370845" y="5459290"/>
            <a:ext cx="9253511" cy="144655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defRPr/>
            </a:pPr>
            <a:r>
              <a:rPr lang="en-US" sz="4400" dirty="0"/>
              <a:t>Please decide whether you would like to move some of Sam’s cookies.</a:t>
            </a:r>
            <a:endParaRPr lang="en-CN" sz="4400" dirty="0"/>
          </a:p>
        </p:txBody>
      </p:sp>
    </p:spTree>
    <p:extLst>
      <p:ext uri="{BB962C8B-B14F-4D97-AF65-F5344CB8AC3E}">
        <p14:creationId xmlns:p14="http://schemas.microsoft.com/office/powerpoint/2010/main" val="146134901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6" presetClass="emp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6" dur="2000" fill="hold"/>
                                        <p:tgtEl>
                                          <p:spTgt spid="5"/>
                                        </p:tgtEl>
                                      </p:cBhvr>
                                      <p:by x="150000" y="150000"/>
                                    </p:animScale>
                                  </p:childTnLst>
                                </p:cTn>
                              </p:par>
                              <p:par>
                                <p:cTn id="7" presetID="6" presetClass="emp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8" dur="2000" fill="hold"/>
                                        <p:tgtEl>
                                          <p:spTgt spid="6"/>
                                        </p:tgtEl>
                                      </p:cBhvr>
                                      <p:by x="150000" y="150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6" presetClass="emp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12" dur="2000" fill="hold"/>
                                        <p:tgtEl>
                                          <p:spTgt spid="4"/>
                                        </p:tgtEl>
                                      </p:cBhvr>
                                      <p:by x="150000" y="150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160</TotalTime>
  <Words>68</Words>
  <Application>Microsoft Macintosh PowerPoint</Application>
  <PresentationFormat>Widescreen</PresentationFormat>
  <Paragraphs>12</Paragraphs>
  <Slides>10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4" baseType="lpstr">
      <vt:lpstr>Aptos</vt:lpstr>
      <vt:lpstr>Aptos Display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Katie Lan</dc:creator>
  <cp:lastModifiedBy>Katie Lan</cp:lastModifiedBy>
  <cp:revision>15</cp:revision>
  <dcterms:created xsi:type="dcterms:W3CDTF">2026-05-01T23:47:31Z</dcterms:created>
  <dcterms:modified xsi:type="dcterms:W3CDTF">2026-05-08T18:56:18Z</dcterms:modified>
</cp:coreProperties>
</file>