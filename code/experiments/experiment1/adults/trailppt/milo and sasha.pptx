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57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29"/>
    <p:restoredTop sz="94669"/>
  </p:normalViewPr>
  <p:slideViewPr>
    <p:cSldViewPr snapToGrid="0">
      <p:cViewPr varScale="1">
        <p:scale>
          <a:sx n="114" d="100"/>
          <a:sy n="114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F459-DBBF-3F8C-2CF9-4BA48DB45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70B83-C145-4770-4DE0-078629A44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23D15-7ECB-B330-1D70-152793690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45552-CE6D-002B-3776-F9A6F2B9E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8CBD2-9742-3AB1-D48F-1D0E1595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9671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96EB-9C51-09F6-3130-252636B4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9D66E-F13C-F7D6-407E-CBAE285C3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759E7-C274-52AA-A654-FB8379947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56C36-67C1-879E-93DB-585D7166C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6C9A1-0C94-4E6D-CCEB-1B4B033B9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116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7CE2-85DB-FAC4-CD39-9D09F2A9C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CC7B9-4F2E-20C0-177F-F31DBD4C6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33C9C-F0BB-8B9D-4161-316E9A9E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7B5F8-6B43-32C2-7DBD-BDC065B7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7B8FC-0612-DAAF-CD22-A1E92E11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003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D621-9C01-29A2-63A6-D4FCA10F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4F404-29C3-8EB6-22A0-03883109A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210C4-2B04-F88F-0F0C-BC10EE0F0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8E091-809D-EE76-B21A-567DFEAE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EEE47-DE42-1321-E825-22E383004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BFBE2-4385-6620-1DEB-B766780B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067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C809-9FDD-5691-1076-C1AA4BD0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0DAF6-B2AA-B290-15E6-F03524339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91AF9-1DA9-2804-0818-BD0D2F871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C6FF9-F795-9D22-DA2B-0D912A51E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80BB8-6F56-67BE-02EE-439FC6E6A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434A0E-0271-F1F1-50B0-5C197DB00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1384E-3FE4-40E0-A89F-DA1321BA5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3CC63-DEE3-C77A-1AB4-0B713400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4143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DC88-F62F-7A77-6A6E-F4EC8E3A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C6132-320F-43F0-9874-24C331BB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5EC13-A8F0-4556-34D9-B647229D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8C51D-B56C-16DE-BC00-06ADFDEB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7166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0F818-0924-6DD2-F65F-5A820937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C6397-B79B-DAAA-516D-00BE5001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8F66A-BEF1-E0CB-1D60-D83638D8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208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AB7B-E505-2B06-7AA4-0C893CBF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6A40A-4E36-413B-82D5-3BEA66DCF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C8F6D-499D-B677-13CA-FCD24AA59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676D5-FD4D-07BF-3308-2AB7CE47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79ABE-701B-A144-CF28-7A263F530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A38C9-B08A-795E-4590-802BB605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72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FC798-BD72-9A5F-4C13-110E2B11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109CB-C821-5036-4CBB-16FB9B70B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18737-A50E-8346-3A7D-CD67CF2BA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FA554-873E-409A-1BC4-4104F345D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80AE6-6340-0508-C6E8-4652ABD7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2B844-6895-54AC-AE7D-08EB4570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103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6B07-CB0E-A234-B469-6D131795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836A7-90BB-5F61-D583-3C350F21B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6CAE6-486E-41A8-9BDF-075F446D8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BEBB8-D688-B32F-FFA7-C41A92058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86E08-FD8E-0872-BB55-36D74AC4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9236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EFE1D-81E8-2168-987E-8BBD6E7CA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C6BBA-4AB4-2AC7-02A9-467950C08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5A315-DBFF-07B1-E1D2-6ACAFC37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1121E-4C91-BE94-B006-5875FC0B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717CD-57B7-C732-18DC-328F62C38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073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982928-E139-B9D5-18B4-E6F224FC0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A8AD2-5C06-D2E6-B8EA-294D85249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37CC-055B-0510-8226-0C831BB03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FF0B3-CA30-7E43-AC99-C263E9572C0D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19C0D-5777-C491-B994-B7B10B537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637D3-EDB9-B136-100D-0BB2067D7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990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ilo.png">
            <a:extLst>
              <a:ext uri="{FF2B5EF4-FFF2-40B4-BE49-F238E27FC236}">
                <a16:creationId xmlns:a16="http://schemas.microsoft.com/office/drawing/2014/main" id="{DFF70906-216E-837F-69B6-4F1450C1E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842" y="744058"/>
            <a:ext cx="4251158" cy="53698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90AE0B-CD90-EFF4-33AC-B519BEE45D0D}"/>
              </a:ext>
            </a:extLst>
          </p:cNvPr>
          <p:cNvSpPr txBox="1"/>
          <p:nvPr/>
        </p:nvSpPr>
        <p:spPr>
          <a:xfrm>
            <a:off x="6385302" y="2413336"/>
            <a:ext cx="38250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CN" sz="6000" dirty="0"/>
              <a:t>This is Milo</a:t>
            </a:r>
          </a:p>
        </p:txBody>
      </p:sp>
    </p:spTree>
    <p:extLst>
      <p:ext uri="{BB962C8B-B14F-4D97-AF65-F5344CB8AC3E}">
        <p14:creationId xmlns:p14="http://schemas.microsoft.com/office/powerpoint/2010/main" val="4266329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FA17D-1CA7-6AD6-35B2-27AC1E485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ilo.png">
            <a:extLst>
              <a:ext uri="{FF2B5EF4-FFF2-40B4-BE49-F238E27FC236}">
                <a16:creationId xmlns:a16="http://schemas.microsoft.com/office/drawing/2014/main" id="{EFF7E58F-E7AE-62F5-841B-28FFE01C1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842" y="744058"/>
            <a:ext cx="4251158" cy="53698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DB7263-93C7-AF98-7DA2-39195A4C8A1F}"/>
              </a:ext>
            </a:extLst>
          </p:cNvPr>
          <p:cNvSpPr txBox="1"/>
          <p:nvPr/>
        </p:nvSpPr>
        <p:spPr>
          <a:xfrm>
            <a:off x="6385302" y="2413336"/>
            <a:ext cx="466576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CN" sz="6000" dirty="0"/>
              <a:t>Milo has</a:t>
            </a:r>
          </a:p>
          <a:p>
            <a:r>
              <a:rPr lang="en-US" sz="6000" dirty="0"/>
              <a:t>t</a:t>
            </a:r>
            <a:r>
              <a:rPr lang="en-CN" sz="6000" dirty="0"/>
              <a:t>hree cookies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95B4FE-09D6-7647-2CC1-DBF03A133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842" y="3238463"/>
            <a:ext cx="2019300" cy="2425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1F1BF7-1AC9-04D9-A4F8-838CADEA2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842" y="3713807"/>
            <a:ext cx="2155814" cy="10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852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asha.png">
            <a:extLst>
              <a:ext uri="{FF2B5EF4-FFF2-40B4-BE49-F238E27FC236}">
                <a16:creationId xmlns:a16="http://schemas.microsoft.com/office/drawing/2014/main" id="{C8E52B43-AB0A-AE2D-E2BD-950F5A3F8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304" y="512838"/>
            <a:ext cx="4066877" cy="55710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881E5F-CE4E-2FAE-85C2-6EB5B266CFE6}"/>
              </a:ext>
            </a:extLst>
          </p:cNvPr>
          <p:cNvSpPr txBox="1"/>
          <p:nvPr/>
        </p:nvSpPr>
        <p:spPr>
          <a:xfrm>
            <a:off x="6385302" y="2413336"/>
            <a:ext cx="44598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CN" sz="6000" dirty="0"/>
              <a:t>This is Sasha</a:t>
            </a:r>
          </a:p>
        </p:txBody>
      </p:sp>
    </p:spTree>
    <p:extLst>
      <p:ext uri="{BB962C8B-B14F-4D97-AF65-F5344CB8AC3E}">
        <p14:creationId xmlns:p14="http://schemas.microsoft.com/office/powerpoint/2010/main" val="2341293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B02AE-B23B-7A7B-116E-9ECA12FA0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asha.png">
            <a:extLst>
              <a:ext uri="{FF2B5EF4-FFF2-40B4-BE49-F238E27FC236}">
                <a16:creationId xmlns:a16="http://schemas.microsoft.com/office/drawing/2014/main" id="{9E619D07-3D35-78D0-50C0-4B5A9065F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304" y="512838"/>
            <a:ext cx="4066877" cy="55710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DD92A2-70E2-9556-5BDB-ED5C48ABA469}"/>
              </a:ext>
            </a:extLst>
          </p:cNvPr>
          <p:cNvSpPr txBox="1"/>
          <p:nvPr/>
        </p:nvSpPr>
        <p:spPr>
          <a:xfrm>
            <a:off x="6385302" y="2413336"/>
            <a:ext cx="466576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CN" sz="6000" dirty="0"/>
              <a:t>Sasha has</a:t>
            </a:r>
          </a:p>
          <a:p>
            <a:r>
              <a:rPr lang="en-US" sz="6000" dirty="0"/>
              <a:t>t</a:t>
            </a:r>
            <a:r>
              <a:rPr lang="en-CN" sz="6000" dirty="0"/>
              <a:t>hree cookies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0AEB36-9FB8-9F94-4ADE-5F8577C55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304" y="3238463"/>
            <a:ext cx="2019300" cy="2425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C0CA4D-CE4F-4AC9-E960-242A74C4F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304" y="3713807"/>
            <a:ext cx="2155814" cy="10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9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7BED18-5F6F-2226-5C26-CE29288BA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595328" y="1361413"/>
            <a:ext cx="1956848" cy="3001419"/>
          </a:xfrm>
          <a:prstGeom prst="rect">
            <a:avLst/>
          </a:prstGeom>
        </p:spPr>
      </p:pic>
      <p:pic>
        <p:nvPicPr>
          <p:cNvPr id="5" name="Picture 4" descr="Sasha.png">
            <a:extLst>
              <a:ext uri="{FF2B5EF4-FFF2-40B4-BE49-F238E27FC236}">
                <a16:creationId xmlns:a16="http://schemas.microsoft.com/office/drawing/2014/main" id="{66AF1DBA-B39B-38AE-CA90-A33683956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905" y="1290065"/>
            <a:ext cx="2348977" cy="32177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FA9EDA-B33A-5929-AF8D-A2C963345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169" y="2687047"/>
            <a:ext cx="1166322" cy="1401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914216-EA6C-49F3-90CD-5AF6295EBF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745" y="2910678"/>
            <a:ext cx="1245169" cy="6277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C9FE2C-C48F-AB05-A4AA-FEDA07C39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328" y="2623325"/>
            <a:ext cx="1244744" cy="1495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595C37-AC2E-C4FB-B5AC-1CE5360AC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328" y="2898954"/>
            <a:ext cx="1328895" cy="6699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68897F-9D87-6125-CAC3-63F2A4B2AC75}"/>
              </a:ext>
            </a:extLst>
          </p:cNvPr>
          <p:cNvSpPr txBox="1"/>
          <p:nvPr/>
        </p:nvSpPr>
        <p:spPr>
          <a:xfrm>
            <a:off x="2321649" y="5251982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/>
            </a:pPr>
            <a:r>
              <a:rPr lang="en-US" sz="3000" dirty="0"/>
              <a:t>Milo is angry at Sasha.</a:t>
            </a:r>
            <a:endParaRPr lang="en-CN" sz="6000" dirty="0"/>
          </a:p>
        </p:txBody>
      </p:sp>
    </p:spTree>
    <p:extLst>
      <p:ext uri="{BB962C8B-B14F-4D97-AF65-F5344CB8AC3E}">
        <p14:creationId xmlns:p14="http://schemas.microsoft.com/office/powerpoint/2010/main" val="1255721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5830B-3C9B-F597-3B20-DF5291A2E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sha.png">
            <a:extLst>
              <a:ext uri="{FF2B5EF4-FFF2-40B4-BE49-F238E27FC236}">
                <a16:creationId xmlns:a16="http://schemas.microsoft.com/office/drawing/2014/main" id="{81F2C865-21E8-51BA-47B1-1E08BAF80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905" y="1290065"/>
            <a:ext cx="2348977" cy="32177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A55ACF-626E-FFCD-B85A-2DB936251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169" y="2687047"/>
            <a:ext cx="1166322" cy="1401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1C01AD-68B6-C38D-8582-1870CC28A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1745" y="2910678"/>
            <a:ext cx="1245169" cy="6277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8F4525-41D2-DEF0-4E19-4C25FD1284B4}"/>
              </a:ext>
            </a:extLst>
          </p:cNvPr>
          <p:cNvSpPr txBox="1"/>
          <p:nvPr/>
        </p:nvSpPr>
        <p:spPr>
          <a:xfrm>
            <a:off x="2321649" y="5251982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/>
            </a:pPr>
            <a:r>
              <a:rPr lang="en-US" sz="3000" dirty="0"/>
              <a:t>He walks over</a:t>
            </a:r>
            <a:endParaRPr lang="en-CN" sz="6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8CFFAC-2C5D-491F-B54D-650B4A42F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118" y="1239151"/>
            <a:ext cx="2171315" cy="331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5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04745 L 0.43685 0.03587 " pathEditMode="relative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6AC6E-A57F-A5F2-A4F6-608F2ED62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sha.png">
            <a:extLst>
              <a:ext uri="{FF2B5EF4-FFF2-40B4-BE49-F238E27FC236}">
                <a16:creationId xmlns:a16="http://schemas.microsoft.com/office/drawing/2014/main" id="{8B3CF035-A8A3-AD28-9D35-62D614EAF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905" y="1290065"/>
            <a:ext cx="2348977" cy="32177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F178C5-DC42-ADCB-49D7-21DF3F765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169" y="2687047"/>
            <a:ext cx="1166322" cy="14010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E22D02-05F6-F1C7-178D-E3E219749B71}"/>
              </a:ext>
            </a:extLst>
          </p:cNvPr>
          <p:cNvSpPr txBox="1"/>
          <p:nvPr/>
        </p:nvSpPr>
        <p:spPr>
          <a:xfrm>
            <a:off x="2321649" y="5251982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000" dirty="0"/>
              <a:t>and deliberately smashes one of Sasha's cookies, destroying it.</a:t>
            </a:r>
            <a:endParaRPr lang="en-CN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C9C1C7-2AE1-073E-B395-101B43AAD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108" y="1046070"/>
            <a:ext cx="2818675" cy="331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13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57585-B65D-49DD-ED9D-2D9668AB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94FA97-5D0C-65F3-79C5-E3F379973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615" y="1290065"/>
            <a:ext cx="1738427" cy="32177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8DCEE4-AD33-EC77-B3B5-3F0F83A45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169" y="2687047"/>
            <a:ext cx="1166774" cy="14008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CEDBBC-A47B-924F-0893-0A997F0721FD}"/>
              </a:ext>
            </a:extLst>
          </p:cNvPr>
          <p:cNvSpPr txBox="1"/>
          <p:nvPr/>
        </p:nvSpPr>
        <p:spPr>
          <a:xfrm>
            <a:off x="2321649" y="5251982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000" dirty="0"/>
              <a:t>and deliberately smashes one of Sasha‘s cookies, destroying it.</a:t>
            </a:r>
            <a:r>
              <a:rPr lang="zh-CN" altLang="en-US" sz="3000" dirty="0"/>
              <a:t> </a:t>
            </a:r>
            <a:endParaRPr lang="en-CN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BB7FC9-A142-4E02-F574-B89A6720C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108" y="1046070"/>
            <a:ext cx="2818675" cy="331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74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400F2-BA21-45EE-ED68-71814C39C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3861A3-77E3-46B7-E23D-78E13D27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573" y="1052020"/>
            <a:ext cx="2350008" cy="43497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3766B9-02BD-B13E-EE1C-B524E85FD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673" y="2692997"/>
            <a:ext cx="1166774" cy="14008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FD4055-0F56-20CD-2D05-1E6ABBDF45EC}"/>
              </a:ext>
            </a:extLst>
          </p:cNvPr>
          <p:cNvSpPr txBox="1"/>
          <p:nvPr/>
        </p:nvSpPr>
        <p:spPr>
          <a:xfrm>
            <a:off x="2321649" y="5251982"/>
            <a:ext cx="822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000" dirty="0"/>
              <a:t>The cookie is gone. </a:t>
            </a:r>
            <a:endParaRPr lang="en-CN" sz="3000" dirty="0"/>
          </a:p>
        </p:txBody>
      </p:sp>
    </p:spTree>
    <p:extLst>
      <p:ext uri="{BB962C8B-B14F-4D97-AF65-F5344CB8AC3E}">
        <p14:creationId xmlns:p14="http://schemas.microsoft.com/office/powerpoint/2010/main" val="252971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lo.png">
            <a:extLst>
              <a:ext uri="{FF2B5EF4-FFF2-40B4-BE49-F238E27FC236}">
                <a16:creationId xmlns:a16="http://schemas.microsoft.com/office/drawing/2014/main" id="{AD7E9317-C70E-BCED-DDF9-4537A7F3F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18" y="1158788"/>
            <a:ext cx="2660593" cy="3360750"/>
          </a:xfrm>
          <a:prstGeom prst="rect">
            <a:avLst/>
          </a:prstGeom>
        </p:spPr>
      </p:pic>
      <p:pic>
        <p:nvPicPr>
          <p:cNvPr id="5" name="Picture 4" descr="Sasha.png">
            <a:extLst>
              <a:ext uri="{FF2B5EF4-FFF2-40B4-BE49-F238E27FC236}">
                <a16:creationId xmlns:a16="http://schemas.microsoft.com/office/drawing/2014/main" id="{910D89A3-74D8-5E36-4E8D-5369A334D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291" y="863196"/>
            <a:ext cx="2660591" cy="36446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D3FBB1-8872-644E-5C95-E77B216FC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033" y="2548954"/>
            <a:ext cx="1321046" cy="15869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B373A6-3C1C-0E9E-1B2A-C5EA44BFF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306" y="2623325"/>
            <a:ext cx="1454766" cy="1747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E79564-9AFA-2875-B0FE-AD8347201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5430" y="2906741"/>
            <a:ext cx="1538917" cy="7758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321649" y="5251982"/>
            <a:ext cx="8229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/>
            </a:pPr>
            <a:r>
              <a:rPr lang="en-US" sz="3000" dirty="0"/>
              <a:t>Milo still has 3 cookies. Sasha now has 2 cookies.</a:t>
            </a:r>
            <a:endParaRPr lang="en-CN" sz="4400" dirty="0"/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C0387-15F1-84F0-0C36-B80ADEBFE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lo.png">
            <a:extLst>
              <a:ext uri="{FF2B5EF4-FFF2-40B4-BE49-F238E27FC236}">
                <a16:creationId xmlns:a16="http://schemas.microsoft.com/office/drawing/2014/main" id="{9794AF5A-8B4F-911B-784D-C2C8DC6D1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18" y="1158788"/>
            <a:ext cx="2660593" cy="3360750"/>
          </a:xfrm>
          <a:prstGeom prst="rect">
            <a:avLst/>
          </a:prstGeom>
        </p:spPr>
      </p:pic>
      <p:pic>
        <p:nvPicPr>
          <p:cNvPr id="5" name="Picture 4" descr="Sasha.png">
            <a:extLst>
              <a:ext uri="{FF2B5EF4-FFF2-40B4-BE49-F238E27FC236}">
                <a16:creationId xmlns:a16="http://schemas.microsoft.com/office/drawing/2014/main" id="{29F50EDF-177D-AB7A-32BD-98E7168BF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291" y="863196"/>
            <a:ext cx="2660591" cy="36446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A9CA38-7CFB-1313-E848-96B9AEBEB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033" y="2548954"/>
            <a:ext cx="1321046" cy="15869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E41D62-8A22-170D-462B-63FE32A38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306" y="2623325"/>
            <a:ext cx="1454766" cy="1747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88AD4E-916C-E083-0CA0-A831A4A54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5430" y="2906741"/>
            <a:ext cx="1538917" cy="7758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36C84D-B1D7-AEAC-318A-6E6B6378858D}"/>
              </a:ext>
            </a:extLst>
          </p:cNvPr>
          <p:cNvSpPr txBox="1"/>
          <p:nvPr/>
        </p:nvSpPr>
        <p:spPr>
          <a:xfrm>
            <a:off x="2321649" y="5251982"/>
            <a:ext cx="89239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/>
            </a:pPr>
            <a:r>
              <a:rPr lang="en-US" sz="3000" dirty="0"/>
              <a:t>Please decide whether you would like to move some of Milo's cookies.</a:t>
            </a:r>
            <a:endParaRPr lang="en-CN" sz="4400" dirty="0"/>
          </a:p>
        </p:txBody>
      </p:sp>
    </p:spTree>
    <p:extLst>
      <p:ext uri="{BB962C8B-B14F-4D97-AF65-F5344CB8AC3E}">
        <p14:creationId xmlns:p14="http://schemas.microsoft.com/office/powerpoint/2010/main" val="3025851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79</Words>
  <Application>Microsoft Macintosh PowerPoint</Application>
  <PresentationFormat>Widescreen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16</cp:revision>
  <dcterms:created xsi:type="dcterms:W3CDTF">2026-05-04T06:00:58Z</dcterms:created>
  <dcterms:modified xsi:type="dcterms:W3CDTF">2026-05-07T03:33:37Z</dcterms:modified>
</cp:coreProperties>
</file>