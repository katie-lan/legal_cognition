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1" r:id="rId2"/>
    <p:sldId id="270" r:id="rId3"/>
    <p:sldId id="273" r:id="rId4"/>
    <p:sldId id="272" r:id="rId5"/>
    <p:sldId id="277" r:id="rId6"/>
    <p:sldId id="278" r:id="rId7"/>
    <p:sldId id="281" r:id="rId8"/>
    <p:sldId id="282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14"/>
    <p:restoredTop sz="94524"/>
  </p:normalViewPr>
  <p:slideViewPr>
    <p:cSldViewPr snapToGrid="0">
      <p:cViewPr>
        <p:scale>
          <a:sx n="96" d="100"/>
          <a:sy n="96" d="100"/>
        </p:scale>
        <p:origin x="88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E1E94-3DBD-F84D-9F2C-CEED7DC02AE8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083E9-CCF5-184B-A91E-8703E0A9A98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90960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1B88B-1F8F-ACB0-9EC5-EE4155C15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99497-3B96-21F5-C5DD-33094070B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0227F-5F7A-3BF6-E23A-8F30448F3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2E791-5CE0-9B62-5AE8-85A47DC0F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027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7D6A-391A-733D-7146-C47BB5480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7D1CA-5469-E7BD-4C09-06BAF3FAE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2DDB0-82DE-9823-99C0-47FDF8D9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574E4-8799-EEFD-BB57-3C391A4F8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5C81D-87B1-976B-3BD1-D7E6EB13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6528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EC01-05D3-E4F3-089D-52A95BC3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E28F-65DE-C88A-14EF-B254BC9F2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76CAA-5EE5-80AE-EEF9-348100D10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78E11-EAA8-669C-EDA4-6F8BA7BB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CC635-806B-E9DD-9FE6-BDDD7C1E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3246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9210-A4D7-1098-C7BF-54C5BA83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4BE45-8269-507D-BA0F-2784356F8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BF526-62F8-D184-327D-E83D32B3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C7690-3AE0-852E-B587-C0DB567BB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3FD4D-C796-C917-E4DC-24E0EB06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323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6FD7-5D15-1E44-3008-04B16E65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C6F39-C5AD-90B7-C110-D516F8B9D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B8553-EDEE-4372-67E3-3A6E7B4FA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66A18-D3A4-C659-5244-50882AE4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2F0C9-E4AF-57D7-2209-5EE94957F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8212C-A019-ED64-09EF-71250ECB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9504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692DD-2F15-D842-AF8C-78B9C6F4C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5883A-7AF3-565F-091C-3CCD34E9E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806D8-49DD-8BDC-E96E-60E01922E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8966E-BFD1-E558-73EE-5ACFA860D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1C91A-69EF-0128-C8AB-00DAD3633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BD2C9-4DEF-1298-E73A-5AC055CF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43073-9130-1537-3BB5-8CFEB2785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96712-985F-4544-8CE7-0B277227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61372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DA46-D65E-8485-88F5-EA610B5D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4CF7C-9184-9FE1-2B84-39558258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5862E-9C90-AB28-CE5E-8C6517005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13E09-6A4F-3BA2-212C-3998EAB2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08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21EB7E-1816-7253-EA1D-096D206A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B6FDC-8E39-A90F-8FE6-832324C6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99052-1967-BEA6-AC21-A6D0A7F7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78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7794-777D-2727-8E9A-81292871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CC44F-7641-96A6-09C6-E167EAB14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9236E-8D54-FA9D-F6B7-43FB8B3A2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E469E-AA93-D6F4-AE71-1CE1D2A7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518F9-C15E-995F-9276-FAAA150C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8669-4272-2528-7735-5E66C2CA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514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0BB9-1F0B-5D91-DEE5-3AB3AB2C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F202C-4DE6-2A56-79A0-3995A98C0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BE42D-57A2-178B-571F-FDD5DFE3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D7C4A-F25F-CB4F-08A9-237693E0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38DA9-A8E3-4F6D-A2EA-E2D4FD78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7CE0A-9EE5-174C-0798-E3051FE5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468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BC7C-A513-D815-1327-72B466B1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C8DC6-C8BB-77EC-707D-BD7B96D16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B05C-043B-322F-4430-DE3DDA8E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FF545-24DE-8FE6-0F13-64A96AB1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3BD96-2A70-E31A-0591-EB2CFD909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6903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00537D-D588-6A23-344C-773BB1AD7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658D6-BAB6-21CB-B935-3306F3170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0C506-33D5-E35A-7458-7C89DD20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5B2ED-5ABB-0BF7-4F44-551AEE203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8313E-0EBE-6C0B-26DC-F87C53FA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04274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20A56-B924-6961-72F2-AA95B826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753A0-6380-B53E-80B2-FDA7E586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D4E82-71AE-D17B-9CC4-1EC433C93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AC514-00C7-554D-9581-DF80ECB5DFB1}" type="datetimeFigureOut">
              <a:rPr lang="en-CN" smtClean="0"/>
              <a:t>2026/5/15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08FC3-E754-39AF-DDD5-5D2216B73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2B122-0432-25F7-9FF7-01D9C59D7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8756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3BFE-0BBF-8AFA-E664-CDB652A92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77E4A3-218C-D41F-9A6B-B0A8CD4CB7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270BF7-31FD-55EA-5D3B-4EBF93D5A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7236"/>
            <a:ext cx="4251158" cy="5363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C18FE6-390C-89F1-2A09-655EA1EAA9A4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Zoe</a:t>
            </a:r>
          </a:p>
        </p:txBody>
      </p:sp>
    </p:spTree>
    <p:extLst>
      <p:ext uri="{BB962C8B-B14F-4D97-AF65-F5344CB8AC3E}">
        <p14:creationId xmlns:p14="http://schemas.microsoft.com/office/powerpoint/2010/main" val="311023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BCD0F27-6526-6300-145C-692267F6C9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587A44-D745-8165-DCAB-47D27CB67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7236"/>
            <a:ext cx="4251158" cy="5363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Zoe has 5 cookies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85E7D1-7924-6A00-25D3-D0A9AEE53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607" y="4266090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27308C-A930-6932-3C49-6457E1EA5A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44417" y="4288421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E1141A-21B7-A022-28D9-932C95EE58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856" y="4266089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5BB6C9-7607-1DF8-7473-D71B07F20A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579651" y="4215906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C7610B-15DD-CDB0-AF27-0792179C97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367" y="4183642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714CCF-70F7-72B5-5891-CE7F96EFA2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348578" y="4199774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8B7D-0693-AE95-0137-07EEBAAD9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FCD29-C7A7-30BC-E752-1F858B4931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3" name="Picture 2" descr="rex.png">
            <a:extLst>
              <a:ext uri="{FF2B5EF4-FFF2-40B4-BE49-F238E27FC236}">
                <a16:creationId xmlns:a16="http://schemas.microsoft.com/office/drawing/2014/main" id="{6DF2B43A-8284-8314-7834-EB98E4557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422" y="392428"/>
            <a:ext cx="4101698" cy="5618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576ECA-652D-9098-0B6D-0DFF90550810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Rex</a:t>
            </a:r>
          </a:p>
        </p:txBody>
      </p:sp>
    </p:spTree>
    <p:extLst>
      <p:ext uri="{BB962C8B-B14F-4D97-AF65-F5344CB8AC3E}">
        <p14:creationId xmlns:p14="http://schemas.microsoft.com/office/powerpoint/2010/main" val="42889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E1B7-53EE-6C36-6ECC-C2457D8B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C98AC11-C37A-EB98-6D51-2F409D2DCD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3" name="Picture 2" descr="rex.png">
            <a:extLst>
              <a:ext uri="{FF2B5EF4-FFF2-40B4-BE49-F238E27FC236}">
                <a16:creationId xmlns:a16="http://schemas.microsoft.com/office/drawing/2014/main" id="{7D1DCF84-9EC4-1BB1-EC23-218D276E8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422" y="392428"/>
            <a:ext cx="4101698" cy="5618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658770-2B8C-30CB-D54E-43D3754B220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Rex has 3 cookie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DF502C-457C-6341-4EAF-610FFD70D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607" y="4266090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652EC8-6CB9-22F0-D2FF-2BCC1F3B2C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44417" y="4288421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4F7FBA-491C-7900-D90D-D7BCEC6CE6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856" y="4266089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7D4A5C-B375-6394-E41A-F71313C79B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579651" y="4215906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9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FC8C8ED-278E-19AC-02EB-D9F7BC22906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8" name="Picture 7" descr="rex.png">
            <a:extLst>
              <a:ext uri="{FF2B5EF4-FFF2-40B4-BE49-F238E27FC236}">
                <a16:creationId xmlns:a16="http://schemas.microsoft.com/office/drawing/2014/main" id="{6A5460A4-B33A-0F75-45C2-EE9DA85D0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426" y="219390"/>
            <a:ext cx="4101698" cy="5618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D055E7-8FB8-7A14-C72D-14ADEC50F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498" y="566405"/>
            <a:ext cx="3464364" cy="52717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Zoe wants Rex to have fewer cookies</a:t>
            </a:r>
            <a:endParaRPr lang="en-CN" sz="3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16A219-D480-613B-9551-A1EB51B27F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707" y="4075348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3BBBBF-D087-7082-5575-C114FC738F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9716" y="3893909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154FA6-3F4E-F3AC-6729-69B9E8FB8E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693" y="3818866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716477-26A5-C400-7113-59A308899B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3857" y="3909321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CFC63-A4F8-84E5-AF29-6C0C2808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90270E0-A249-7732-F45F-DBD78E4A1AD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9EDF01-CA0C-32D5-D78F-A0694A6D2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748" y="0"/>
            <a:ext cx="4469350" cy="5625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39A75D-F1A0-56FA-D3DF-AC3A42573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411" y="212265"/>
            <a:ext cx="4101727" cy="56258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59DBC9-D858-1FA9-B3D8-62F93050FFE0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Ohno! Zoe throws away 2 of Rex’s cookies!</a:t>
            </a:r>
            <a:endParaRPr lang="en-CN" sz="3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BBB59-B8C8-8EC4-F04E-735B16359F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707" y="4075348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BB4271-E5C3-AEB1-94FD-CAD6002BC8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9716" y="3893909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27BAAF-9555-7691-7BF3-27A6819AE9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63088">
            <a:off x="6895909" y="2759582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3B4092-71EF-27FC-97F4-71AC70333F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81285">
            <a:off x="6773998" y="2416411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27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E9612DD-088F-3546-9C17-FAAE6FD8B0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2" name="Picture 21" descr="rex.png">
            <a:extLst>
              <a:ext uri="{FF2B5EF4-FFF2-40B4-BE49-F238E27FC236}">
                <a16:creationId xmlns:a16="http://schemas.microsoft.com/office/drawing/2014/main" id="{C8032772-FD7B-B989-224F-447D42D90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806" y="281532"/>
            <a:ext cx="4101698" cy="56187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Zoe still has 5 cookies. Rex now has 1 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01530-D7A5-C9EE-83E5-FB5746D3FC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6589095" y="4117836"/>
            <a:ext cx="457200" cy="2240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3722F5C-362B-6509-A530-E7AB2DB14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2900" y="405646"/>
            <a:ext cx="4251158" cy="53639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C779D5-0F9C-D914-AB95-01EFEA3DF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815" y="4024500"/>
            <a:ext cx="1027288" cy="318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AE9AEE-68DC-643C-709C-A71498A157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185625" y="4046831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9C5A89-C9FC-15BB-BFA4-939D0BD37C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510064" y="4024499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B10609-3B3A-838A-F704-0A698EBD6C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320859" y="3974316"/>
            <a:ext cx="457200" cy="224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CC2AE2-D4C7-709E-7E71-FC924FAF0A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509575" y="3942052"/>
            <a:ext cx="457200" cy="224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6840C69-8096-0FED-0325-3CF48B3158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089786" y="3958184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53C06-944D-134B-74A6-510760592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D94366-5AB8-8D15-A0A4-54FD3D2F31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2" name="Picture 21" descr="rex.png">
            <a:extLst>
              <a:ext uri="{FF2B5EF4-FFF2-40B4-BE49-F238E27FC236}">
                <a16:creationId xmlns:a16="http://schemas.microsoft.com/office/drawing/2014/main" id="{37E48C29-8003-B739-1D62-776F68C7C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806" y="281532"/>
            <a:ext cx="4101698" cy="56187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A096A2-0B0F-04A1-A755-561FDB20EED8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000" b="1" dirty="0"/>
              <a:t>Please decide whether you would like to move some of Zoe’s cookies.</a:t>
            </a:r>
            <a:endParaRPr lang="en-CN" sz="3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73DBA6-94BA-5F63-1035-DDEC203B9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0D7C17-1AEA-9A38-623B-5E931E3251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6589095" y="4117836"/>
            <a:ext cx="457200" cy="2240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95A1CE-4B03-5B5E-D23A-37002BA255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2900" y="405646"/>
            <a:ext cx="4251158" cy="53639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600E41-08B6-12A5-CC18-25B45570B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815" y="4024500"/>
            <a:ext cx="1027288" cy="318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27B51D-411F-BEE1-DEC0-A07004FB91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185625" y="4046831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3EA898-5402-55EF-FF19-8AB7DEB331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510064" y="4024499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C8A154-3221-899C-A0A2-2B3D27509C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320859" y="3974316"/>
            <a:ext cx="457200" cy="224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0B9B85-E94C-999F-FC96-C2BB73AABC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509575" y="3942052"/>
            <a:ext cx="457200" cy="224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BAFF38F-E466-ADF0-20F4-EBAC9B4A4A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089786" y="3958184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40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3886</TotalTime>
  <Words>58</Words>
  <Application>Microsoft Macintosh PowerPoint</Application>
  <PresentationFormat>Widescreen</PresentationFormat>
  <Paragraphs>10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13</cp:revision>
  <dcterms:created xsi:type="dcterms:W3CDTF">2026-05-02T00:02:28Z</dcterms:created>
  <dcterms:modified xsi:type="dcterms:W3CDTF">2026-05-15T07:51:06Z</dcterms:modified>
</cp:coreProperties>
</file>