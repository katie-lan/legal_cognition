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8"/>
  </p:normalViewPr>
  <p:slideViewPr>
    <p:cSldViewPr snapToGrid="0" snapToObjects="1">
      <p:cViewPr varScale="1">
        <p:scale>
          <a:sx n="114" d="100"/>
          <a:sy n="114" d="100"/>
        </p:scale>
        <p:origin x="4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26279" y="380999"/>
            <a:ext cx="3174920" cy="60959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4400" b="1" dirty="0">
                <a:solidFill>
                  <a:srgbClr val="0A0A0A"/>
                </a:solidFill>
              </a:rPr>
              <a:t>SAM</a:t>
            </a:r>
            <a:r>
              <a:rPr sz="4400" b="1" dirty="0">
                <a:solidFill>
                  <a:srgbClr val="0A0A0A"/>
                </a:solidFill>
              </a:rPr>
              <a:t> AND </a:t>
            </a:r>
            <a:r>
              <a:rPr lang="en-US" sz="4400" b="1" dirty="0">
                <a:solidFill>
                  <a:srgbClr val="0A0A0A"/>
                </a:solidFill>
              </a:rPr>
              <a:t>ELLA</a:t>
            </a:r>
            <a:endParaRPr sz="4400" b="1" dirty="0">
              <a:solidFill>
                <a:srgbClr val="0A0A0A"/>
              </a:solidFill>
            </a:endParaRPr>
          </a:p>
          <a:p>
            <a:pPr algn="ctr"/>
            <a:r>
              <a:rPr sz="4400" b="1" dirty="0">
                <a:solidFill>
                  <a:srgbClr val="0A0A0A"/>
                </a:solidFill>
              </a:rPr>
              <a:t>EACH HAD A PLATE</a:t>
            </a:r>
          </a:p>
          <a:p>
            <a:pPr algn="ctr"/>
            <a:r>
              <a:rPr sz="4400" b="1" dirty="0">
                <a:solidFill>
                  <a:srgbClr val="0A0A0A"/>
                </a:solidFill>
              </a:rPr>
              <a:t>OF COOKIES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26279" y="380999"/>
            <a:ext cx="3174920" cy="60959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SAM</a:t>
            </a:r>
            <a:r>
              <a:rPr sz="5400" b="1" dirty="0">
                <a:solidFill>
                  <a:srgbClr val="FFFFFF"/>
                </a:solidFill>
              </a:rPr>
              <a:t> COULDN'T</a:t>
            </a:r>
          </a:p>
          <a:p>
            <a:pPr algn="ctr"/>
            <a:r>
              <a:rPr sz="5400" b="1" dirty="0">
                <a:solidFill>
                  <a:srgbClr val="FFFFFF"/>
                </a:solidFill>
              </a:rPr>
              <a:t>HOLD THE LEASH!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26279" y="380999"/>
            <a:ext cx="3174920" cy="60959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5400" b="1" dirty="0">
                <a:solidFill>
                  <a:srgbClr val="FFFFFF"/>
                </a:solidFill>
              </a:rPr>
              <a:t>SAM’S </a:t>
            </a:r>
            <a:r>
              <a:rPr sz="5400" b="1" dirty="0">
                <a:solidFill>
                  <a:srgbClr val="FFFFFF"/>
                </a:solidFill>
              </a:rPr>
              <a:t>DOG ATE</a:t>
            </a:r>
          </a:p>
          <a:p>
            <a:pPr algn="ctr"/>
            <a:r>
              <a:rPr lang="en-US" sz="5400" b="1" dirty="0">
                <a:solidFill>
                  <a:srgbClr val="FFFFFF"/>
                </a:solidFill>
              </a:rPr>
              <a:t>1 of ELLA’S</a:t>
            </a:r>
            <a:r>
              <a:rPr sz="5400" b="1" dirty="0">
                <a:solidFill>
                  <a:srgbClr val="FFFFFF"/>
                </a:solidFill>
              </a:rPr>
              <a:t> COOKIE</a:t>
            </a:r>
            <a:r>
              <a:rPr lang="en-US" sz="5400" b="1" dirty="0">
                <a:solidFill>
                  <a:srgbClr val="FFFFFF"/>
                </a:solidFill>
              </a:rPr>
              <a:t>S</a:t>
            </a:r>
            <a:r>
              <a:rPr sz="5400" b="1" dirty="0">
                <a:solidFill>
                  <a:srgbClr val="FFFFFF"/>
                </a:solidFill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Katie Lan</cp:lastModifiedBy>
  <cp:revision>5</cp:revision>
  <dcterms:created xsi:type="dcterms:W3CDTF">2013-01-27T09:14:16Z</dcterms:created>
  <dcterms:modified xsi:type="dcterms:W3CDTF">2026-04-29T22:41:37Z</dcterms:modified>
  <cp:category/>
</cp:coreProperties>
</file>