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8" r:id="rId2"/>
    <p:sldId id="261" r:id="rId3"/>
    <p:sldId id="262" r:id="rId4"/>
    <p:sldId id="263" r:id="rId5"/>
    <p:sldId id="257" r:id="rId6"/>
    <p:sldId id="259" r:id="rId7"/>
    <p:sldId id="264" r:id="rId8"/>
    <p:sldId id="265" r:id="rId9"/>
    <p:sldId id="267" r:id="rId10"/>
    <p:sldId id="268" r:id="rId1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84"/>
  </p:normalViewPr>
  <p:slideViewPr>
    <p:cSldViewPr snapToGrid="0">
      <p:cViewPr>
        <p:scale>
          <a:sx n="95" d="100"/>
          <a:sy n="95" d="100"/>
        </p:scale>
        <p:origin x="124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CE71-B844-3747-9000-71B0BC2A0BCC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AB6D23-0398-254E-AC4F-4427B49056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9436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A572-3BC1-33A9-9AA0-5EB1C1D0D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684AA-CF88-4568-2A5E-F68411DA0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6168-F27D-E218-9C38-F4F0E88CC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8D6D7-DB2B-9497-8E7C-19BFB4CE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AC52-2517-C57C-19B3-DBB41EC9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00468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A028-39C5-1BBF-7ED9-7A89715F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202B4-7F00-C7A7-2D50-D3775DDC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A72E2-36B8-6364-29EC-4733F875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5BF65-BD7D-FE5A-0EEC-D687D15E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4BB3-11BF-D8CE-DAA2-9AAB05EE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4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86D8-A741-C4B8-E4E5-0BC5D5FE2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BF38F-94D6-7078-DCFB-7A01E2424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F914-5052-F68D-BEE3-535A2337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EA26C-DD3A-D45D-6E60-72199A0D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437E-BB77-1650-D939-F76FEC06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88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8CA-3EEE-51BF-A19C-E44EC9C1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FB755-4214-70CC-2E3C-926C962FA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6127-C8F5-CEAA-C716-A90878BB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6AE0E-44C5-BFE2-9193-DD0E5C920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512F2-1004-8831-73B5-9BE1A5DD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8395F-E7C5-AE52-7003-046BA8B6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224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F5A-0438-81A3-D6D2-EC7912104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477B-908C-2FE2-66BE-762FC5D56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80A25-F044-6624-F114-C13793D75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4245-7980-2AFF-E6CC-FA51F5B9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599B79-EBBF-E068-7F03-272A867AB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B74C9-3D95-052D-F91B-A3CC7DFA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D8EB58-DEB2-F016-D362-985E08D7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CC61D0-9618-3944-C5BE-74EF10AA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01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51EC-1BF8-6FE0-D3D6-120234A7E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B424D-A5F3-DB26-5600-E120ECC92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040D3-E5E3-70ED-C737-9E54CD8A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FC2F-CDBE-D01D-A894-5F9BD8B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20601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FB582-C2D1-7CAB-A0AE-27D9C7B8B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33B50C-3990-C421-855A-192ADA120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083A-F8D4-1860-F6BF-92DE8C25F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138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7ED7F-C265-8C28-8D55-E05BCEBB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0B6B-A408-69F4-100B-E46826425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80DDFE-84E0-592F-0AE5-D7CA7224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3655-793C-72A9-443A-E175AF9A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6312-B395-1E6D-CFF8-1C6F66085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712E6-0FFC-49E4-0F38-DED57FAE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83880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BFC0E-FC1A-C2D0-8FEB-64657FFF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5F763-90F2-39A8-2AAE-05FCE9474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9761AE-F2A9-D839-3BB9-48BB8CCBC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8217FA-A1C0-2F3A-1E67-BAF8B6680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406D0-1D10-0811-B876-D8EEEFA8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A55E0-6209-C3EE-5D3C-CE520AB6C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5411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E8D5-6AB0-9BC6-A94B-67005B46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98E4-F951-A9CD-5716-E355CCC8A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DBA4B-3171-1C61-02F6-6099AADA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C821B-9FA3-978E-1EC6-16B3D2B1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D3DD7-2719-E202-8375-FCD9B718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28211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8804F-AE69-C522-CD09-76AE60779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BF276-0777-D940-5038-8A09CC62C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3C296-5D08-8B1E-3786-4A05C665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E149-ACD2-916D-A27F-6168830E9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453BD-BA90-78AA-6CF6-5190C3B5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7800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51FE8-33DF-722F-C14E-67A0ED219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7059B-7CC7-5EE2-39C7-CFBEEC4C4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1AEC6-2152-E911-3EF5-2E3F07A409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2C1A4-0A3C-0A4F-BF2D-025D53818EC9}" type="datetimeFigureOut">
              <a:rPr lang="en-CN" smtClean="0"/>
              <a:t>2026/5/7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39E0-29BA-8C8E-9272-DD5F533C47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0AF15-F58F-2303-D2AC-6BDF5E8F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391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91DA044-1E9B-2A4F-6A34-AF0D06396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209" y="4184967"/>
            <a:ext cx="1380490" cy="18473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6385302" y="2413336"/>
            <a:ext cx="58066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sz="6000" dirty="0"/>
              <a:t>This is Catherine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BAE625-9C32-0DB7-763C-7010C1F4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841" y="544989"/>
            <a:ext cx="4051685" cy="548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BE4CE-8835-2A9A-3881-F2A6A8A1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EE5189D-FAD6-FFFE-DBBB-9F9765FC18FE}"/>
              </a:ext>
            </a:extLst>
          </p:cNvPr>
          <p:cNvSpPr txBox="1"/>
          <p:nvPr/>
        </p:nvSpPr>
        <p:spPr>
          <a:xfrm>
            <a:off x="6385302" y="2413336"/>
            <a:ext cx="58066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sz="6000" dirty="0"/>
              <a:t>Catherine has </a:t>
            </a:r>
            <a:r>
              <a:rPr lang="en-US" altLang="zh-CN" sz="6000" dirty="0"/>
              <a:t>5</a:t>
            </a:r>
            <a:r>
              <a:rPr lang="en-CN" sz="6000" dirty="0"/>
              <a:t> cookies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3C5F82-8ACE-FBDB-221F-6F228F45A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209" y="4184967"/>
            <a:ext cx="1380490" cy="18473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64416D3-FD0F-E94B-C2CB-57C4AE35B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841" y="544989"/>
            <a:ext cx="4051685" cy="54873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04CC60-55B0-FDB4-ADDD-CBA6737B7F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6209" y="5367129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B44791-EDA4-8051-93F4-3D47D1FB0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494" y="536712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D844B8-55C7-8FF3-AD9C-8AE05B1F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479" y="5297362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D9EDE7-FB31-BFE5-4024-9A52D3CAB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879" y="5449762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5757B4-F4D2-BF82-EB97-E7EEC9396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795" y="545131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65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2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DB1D1-0461-1C5C-BAF5-A2385FAE7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66C222-CFDF-AB87-8A19-38B1B08ED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209" y="4184967"/>
            <a:ext cx="1380490" cy="18473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1C8F09-A595-C58F-19EA-4398AFEC4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840" y="562522"/>
            <a:ext cx="4051685" cy="5469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99A80F-1E7F-2C24-6058-ED0C7C5D68D6}"/>
              </a:ext>
            </a:extLst>
          </p:cNvPr>
          <p:cNvSpPr txBox="1"/>
          <p:nvPr/>
        </p:nvSpPr>
        <p:spPr>
          <a:xfrm>
            <a:off x="6385302" y="2413336"/>
            <a:ext cx="58066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sz="6000" dirty="0"/>
              <a:t>Catherine has </a:t>
            </a:r>
            <a:r>
              <a:rPr lang="en-US" altLang="zh-CN" sz="6000" dirty="0"/>
              <a:t>a pet wolf</a:t>
            </a:r>
            <a:endParaRPr lang="en-CN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5A5FA4-322A-F16C-9702-42041557EB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6209" y="5367129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2A76A0-5FD6-EC07-0592-B13AFF946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494" y="5367129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0B2870-B552-3AA4-D9D2-F44A01499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479" y="5297362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1FC5E5-B823-73BB-1C9C-31105D7C2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879" y="5449762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D6C50F-FCE2-549F-A3B5-B2C4A90CC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795" y="545131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42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2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36B07-4002-A2E3-A20D-1319E906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1BA3CE-1DD1-85D5-EB64-6724747DB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128" y="4027471"/>
            <a:ext cx="1380490" cy="18473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DE722C-5BC4-2B60-C9C6-3B82445D7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790" y="0"/>
            <a:ext cx="3886132" cy="64315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76F668-0C75-5EC0-EB8B-59CE94C93B2C}"/>
              </a:ext>
            </a:extLst>
          </p:cNvPr>
          <p:cNvSpPr txBox="1"/>
          <p:nvPr/>
        </p:nvSpPr>
        <p:spPr>
          <a:xfrm>
            <a:off x="6385302" y="2413336"/>
            <a:ext cx="44749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sz="6000" dirty="0"/>
              <a:t>This is Andy</a:t>
            </a:r>
          </a:p>
        </p:txBody>
      </p:sp>
    </p:spTree>
    <p:extLst>
      <p:ext uri="{BB962C8B-B14F-4D97-AF65-F5344CB8AC3E}">
        <p14:creationId xmlns:p14="http://schemas.microsoft.com/office/powerpoint/2010/main" val="1331651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D2D750-F901-F406-4275-7907C4FB9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128" y="4027471"/>
            <a:ext cx="1380490" cy="18473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8BC7E7-AE87-C8FF-029B-E8A366CC6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790" y="0"/>
            <a:ext cx="3886132" cy="64315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D31BC8-90A7-0EB9-7BF6-C8F89518C243}"/>
              </a:ext>
            </a:extLst>
          </p:cNvPr>
          <p:cNvSpPr txBox="1"/>
          <p:nvPr/>
        </p:nvSpPr>
        <p:spPr>
          <a:xfrm>
            <a:off x="6385302" y="2413336"/>
            <a:ext cx="44749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sz="6000" dirty="0"/>
              <a:t>Andy</a:t>
            </a:r>
            <a:r>
              <a:rPr lang="zh-CN" altLang="en-US" sz="6000" dirty="0"/>
              <a:t> </a:t>
            </a:r>
            <a:r>
              <a:rPr lang="en-US" altLang="zh-CN" sz="6000" dirty="0"/>
              <a:t>has 3 cookies</a:t>
            </a:r>
            <a:endParaRPr lang="en-CN" sz="6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A09879-0009-7E0C-09B3-0B14B76C5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1852" y="516152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6D3B4A-0A5B-9380-401D-44336077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2768" y="516308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6F0E1C-B2AF-2A84-0DD7-6A162D3DB2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5168" y="53154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005DBAC-A53C-3FD0-8866-5A459A749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215" y="-234418"/>
            <a:ext cx="5677120" cy="548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622197-E0B7-AF4E-C532-927D534D5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932" y="748544"/>
            <a:ext cx="2578586" cy="42621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C7BAF7-E737-CCBA-EB26-EAA89A7232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3503" y="1001762"/>
            <a:ext cx="3954838" cy="400890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FA40A9-C1EE-AFB2-3328-B1A6275A5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932" y="2879607"/>
            <a:ext cx="1380490" cy="18473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4A723C-208D-AD47-AF65-57883B8DFED7}"/>
              </a:ext>
            </a:extLst>
          </p:cNvPr>
          <p:cNvSpPr txBox="1"/>
          <p:nvPr/>
        </p:nvSpPr>
        <p:spPr>
          <a:xfrm>
            <a:off x="2321649" y="5251982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/>
            </a:pPr>
            <a:r>
              <a:rPr lang="en-US" sz="3000" dirty="0"/>
              <a:t>Andy and Catherine bumped into each other accidentally  at the corner.</a:t>
            </a:r>
            <a:endParaRPr lang="en-CN" sz="6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6EF4849-BD1C-320B-C3CE-C82C8F3047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7134" y="4065103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EEA3FA-5CE2-002C-C009-757916B23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1419" y="4065103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1FFE731-D828-B35C-22D5-001ADC1506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5404" y="399533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18C8-FEC3-F7A5-52B3-97939F825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505D36-A75A-F77D-810D-D474238E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0215" y="-234418"/>
            <a:ext cx="5677120" cy="548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117275-28C8-A0C5-6FDF-FE3C23B0F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932" y="748544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71B4037-21B5-B538-68C8-95CC763F7B7C}"/>
              </a:ext>
            </a:extLst>
          </p:cNvPr>
          <p:cNvSpPr txBox="1"/>
          <p:nvPr/>
        </p:nvSpPr>
        <p:spPr>
          <a:xfrm>
            <a:off x="2321649" y="5251982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/>
            </a:pPr>
            <a:r>
              <a:rPr lang="en-US" sz="3000" dirty="0"/>
              <a:t>The wolf sniffed the cookie</a:t>
            </a:r>
            <a:endParaRPr lang="en-CN" sz="6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90FAD7-7B23-2700-B466-398F9AFB7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932" y="2879607"/>
            <a:ext cx="1380490" cy="18473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44622E-8277-6A4D-15D7-A4B0AE33AE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1595" y="1001761"/>
            <a:ext cx="3958653" cy="40089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A0573D-E492-3F9C-6A33-8FB57A2931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7134" y="406510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117948-E854-1DF2-FAC4-E823BC7E7F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419" y="4065103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F4DC90-EFB1-58F8-DB4E-722F5C4E2D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5404" y="399533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70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855B-1EAD-B8AE-33AE-FDEB3DD3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6E16BD-54C6-9309-F00F-1D88B2463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0215" y="-234418"/>
            <a:ext cx="5677120" cy="548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783336-7EE4-6A5E-E450-FAE68B0EB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932" y="748544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A4C9B3C-815D-CDDA-C439-C2FBFB8E0D4B}"/>
              </a:ext>
            </a:extLst>
          </p:cNvPr>
          <p:cNvSpPr txBox="1"/>
          <p:nvPr/>
        </p:nvSpPr>
        <p:spPr>
          <a:xfrm>
            <a:off x="2321649" y="5251982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/>
            </a:pPr>
            <a:r>
              <a:rPr lang="en-US" sz="3000" dirty="0"/>
              <a:t>Ohno! The wolf ate one of Andy’s cookie!</a:t>
            </a:r>
            <a:endParaRPr lang="en-CN" sz="6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77D23C-0350-FAE4-FC9B-D7A7751AB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932" y="2879607"/>
            <a:ext cx="1380490" cy="1847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C7F5AB-9BD6-A27A-777D-F21E0B3E1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134" y="406510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1DC1BF-1D0F-F3CC-4BB9-C0397F588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419" y="406510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262906-E818-E54D-7536-38C5FF0312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0560" y="1071165"/>
            <a:ext cx="5424692" cy="38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82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094 0.00486 L -0.16054 -0.1449 " pathEditMode="relative" ptsTypes="AA"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6C99126-8D00-2A16-2744-2A944375D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536" y="765637"/>
            <a:ext cx="2320099" cy="38397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254C93-9DB3-2FB7-4C56-0768706DE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153" y="1158788"/>
            <a:ext cx="2416673" cy="32729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D3FBB1-8872-644E-5C95-E77B216FC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33" y="2548954"/>
            <a:ext cx="1321046" cy="15869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B373A6-3C1C-0E9E-1B2A-C5EA44BFF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306" y="2623325"/>
            <a:ext cx="1454766" cy="174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E79564-9AFA-2875-B0FE-AD8347201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430" y="3087633"/>
            <a:ext cx="1180091" cy="5949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321649" y="5251982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/>
            </a:pPr>
            <a:r>
              <a:rPr lang="en-US" sz="3000" dirty="0"/>
              <a:t>Catherine still has 5 cookies. Andy now has 2 cookies.</a:t>
            </a:r>
            <a:endParaRPr lang="en-CN" sz="4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3252D6-972F-F73C-4D80-C76AA2D6E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3998" y="3141421"/>
            <a:ext cx="1180091" cy="594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D80965-8C28-32F7-2CCC-ADBAF4AEB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234" y="3026753"/>
            <a:ext cx="1180091" cy="59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C267-E4C7-54CB-6016-76C4912EB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1647493-8442-A18D-C94D-977D5515D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536" y="765637"/>
            <a:ext cx="2320099" cy="38397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159C17-33C1-2574-B31E-A2FF3CC4B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153" y="1158788"/>
            <a:ext cx="2416673" cy="32729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64F92D-5405-7CE8-4855-79188F27E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33" y="2548954"/>
            <a:ext cx="1321046" cy="15869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B58470-A86F-7E26-0CE4-E75698E8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306" y="2623325"/>
            <a:ext cx="1454766" cy="174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ABEF48-A66A-7F02-E012-DEAD4308E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430" y="3087633"/>
            <a:ext cx="1180091" cy="5949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F85369-FC46-F379-AB6F-341EAE304918}"/>
              </a:ext>
            </a:extLst>
          </p:cNvPr>
          <p:cNvSpPr txBox="1"/>
          <p:nvPr/>
        </p:nvSpPr>
        <p:spPr>
          <a:xfrm>
            <a:off x="2321649" y="5251982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3200" dirty="0"/>
              <a:t>Please decide whether you would like to move some </a:t>
            </a:r>
            <a:r>
              <a:rPr lang="en-US" sz="3200"/>
              <a:t>of Catherine’s </a:t>
            </a:r>
            <a:r>
              <a:rPr lang="en-US" sz="3200" dirty="0"/>
              <a:t>cookies.</a:t>
            </a:r>
            <a:endParaRPr lang="en-CN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83B7B-134C-668B-A9D2-D5DEAA407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3998" y="3141421"/>
            <a:ext cx="1180091" cy="594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A9D2E9-0CA6-4837-D2D4-FE9DEC0D5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234" y="3026753"/>
            <a:ext cx="1180091" cy="59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860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72</Words>
  <Application>Microsoft Macintosh PowerPoint</Application>
  <PresentationFormat>Widescreen</PresentationFormat>
  <Paragraphs>11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9</cp:revision>
  <dcterms:created xsi:type="dcterms:W3CDTF">2026-05-08T04:29:54Z</dcterms:created>
  <dcterms:modified xsi:type="dcterms:W3CDTF">2026-05-08T10:16:09Z</dcterms:modified>
</cp:coreProperties>
</file>