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dy_cath_bg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26703" y="381304"/>
            <a:ext cx="3174796" cy="609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0A0A"/>
                </a:solidFill>
              </a:rPr>
              <a:t>ANDY AND CATHERINE</a:t>
            </a:r>
          </a:p>
          <a:p>
            <a:pPr algn="ctr"/>
            <a:r>
              <a:rPr sz="4400" b="1">
                <a:solidFill>
                  <a:srgbClr val="0A0A0A"/>
                </a:solidFill>
              </a:rPr>
              <a:t>EACH HAD A BAG</a:t>
            </a:r>
          </a:p>
          <a:p>
            <a:pPr algn="ctr"/>
            <a:r>
              <a:rPr sz="4400" b="1">
                <a:solidFill>
                  <a:srgbClr val="0A0A0A"/>
                </a:solidFill>
              </a:rPr>
              <a:t>OF COOKIES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dy_cath_bg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26703" y="381304"/>
            <a:ext cx="3174796" cy="609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CATHERINE'S WOLF</a:t>
            </a:r>
          </a:p>
          <a:p>
            <a:pPr algn="ctr"/>
            <a:r>
              <a:rPr sz="5400" b="1">
                <a:solidFill>
                  <a:srgbClr val="FFFFFF"/>
                </a:solidFill>
              </a:rPr>
              <a:t>SNIFFED ANDY'S</a:t>
            </a:r>
          </a:p>
          <a:p>
            <a:pPr algn="ctr"/>
            <a:r>
              <a:rPr sz="5400" b="1">
                <a:solidFill>
                  <a:srgbClr val="FFFFFF"/>
                </a:solidFill>
              </a:rPr>
              <a:t>COOKIES!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dy_cath_bg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26703" y="381304"/>
            <a:ext cx="3174796" cy="609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CATHERINE'S WOLF</a:t>
            </a:r>
          </a:p>
          <a:p>
            <a:pPr algn="ctr"/>
            <a:r>
              <a:rPr sz="5400" b="1">
                <a:solidFill>
                  <a:srgbClr val="FFFFFF"/>
                </a:solidFill>
              </a:rPr>
              <a:t>ATE 1 OF ANDY'S</a:t>
            </a:r>
          </a:p>
          <a:p>
            <a:pPr algn="ctr"/>
            <a:r>
              <a:rPr sz="5400" b="1">
                <a:solidFill>
                  <a:srgbClr val="FFFFFF"/>
                </a:solidFill>
              </a:rPr>
              <a:t>COOKIES!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