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6" r:id="rId8"/>
    <p:sldId id="267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14"/>
    <p:restoredTop sz="94524"/>
  </p:normalViewPr>
  <p:slideViewPr>
    <p:cSldViewPr snapToGrid="0">
      <p:cViewPr varScale="1">
        <p:scale>
          <a:sx n="114" d="100"/>
          <a:sy n="114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7D6A-391A-733D-7146-C47BB5480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7D1CA-5469-E7BD-4C09-06BAF3FAE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2DDB0-82DE-9823-99C0-47FDF8D9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574E4-8799-EEFD-BB57-3C391A4F8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C81D-87B1-976B-3BD1-D7E6EB13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652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EC01-05D3-E4F3-089D-52A95BC3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E28F-65DE-C88A-14EF-B254BC9F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76CAA-5EE5-80AE-EEF9-348100D1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78E11-EAA8-669C-EDA4-6F8BA7BB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CC635-806B-E9DD-9FE6-BDDD7C1E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3246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9210-A4D7-1098-C7BF-54C5BA83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4BE45-8269-507D-BA0F-2784356F8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BF526-62F8-D184-327D-E83D32B3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C7690-3AE0-852E-B587-C0DB567B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3FD4D-C796-C917-E4DC-24E0EB06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23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6FD7-5D15-1E44-3008-04B16E65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C6F39-C5AD-90B7-C110-D516F8B9D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B8553-EDEE-4372-67E3-3A6E7B4FA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66A18-D3A4-C659-5244-50882AE4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2F0C9-E4AF-57D7-2209-5EE94957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8212C-A019-ED64-09EF-71250ECB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504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92DD-2F15-D842-AF8C-78B9C6F4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5883A-7AF3-565F-091C-3CCD34E9E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806D8-49DD-8BDC-E96E-60E01922E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8966E-BFD1-E558-73EE-5ACFA860D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1C91A-69EF-0128-C8AB-00DAD3633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BD2C9-4DEF-1298-E73A-5AC055CF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43073-9130-1537-3BB5-8CFEB2785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96712-985F-4544-8CE7-0B277227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137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DA46-D65E-8485-88F5-EA610B5D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4CF7C-9184-9FE1-2B84-39558258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5862E-9C90-AB28-CE5E-8C651700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3E09-6A4F-3BA2-212C-3998EAB2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08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1EB7E-1816-7253-EA1D-096D206A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B6FDC-8E39-A90F-8FE6-832324C6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9052-1967-BEA6-AC21-A6D0A7F7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78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7794-777D-2727-8E9A-81292871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CC44F-7641-96A6-09C6-E167EAB14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9236E-8D54-FA9D-F6B7-43FB8B3A2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E469E-AA93-D6F4-AE71-1CE1D2A7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518F9-C15E-995F-9276-FAAA150C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8669-4272-2528-7735-5E66C2CA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514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0BB9-1F0B-5D91-DEE5-3AB3AB2C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F202C-4DE6-2A56-79A0-3995A98C0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BE42D-57A2-178B-571F-FDD5DFE3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D7C4A-F25F-CB4F-08A9-237693E0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38DA9-A8E3-4F6D-A2EA-E2D4FD78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7CE0A-9EE5-174C-0798-E3051FE5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468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BC7C-A513-D815-1327-72B466B1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C8DC6-C8BB-77EC-707D-BD7B96D16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B05C-043B-322F-4430-DE3DDA8E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FF545-24DE-8FE6-0F13-64A96AB1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BD96-2A70-E31A-0591-EB2CFD909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903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0537D-D588-6A23-344C-773BB1AD7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658D6-BAB6-21CB-B935-3306F3170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0C506-33D5-E35A-7458-7C89DD20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B2ED-5ABB-0BF7-4F44-551AEE20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8313E-0EBE-6C0B-26DC-F87C53FA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0427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20A56-B924-6961-72F2-AA95B826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753A0-6380-B53E-80B2-FDA7E586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4E82-71AE-D17B-9CC4-1EC433C93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AC514-00C7-554D-9581-DF80ECB5DFB1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08FC3-E754-39AF-DDD5-5D2216B73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2B122-0432-25F7-9FF7-01D9C59D7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756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F3FB3E-96F6-712D-2E48-81DE7AA94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82" y="1217429"/>
            <a:ext cx="3505522" cy="4423142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F2C82817-0497-C406-BF51-D0D2A4E15683}"/>
              </a:ext>
            </a:extLst>
          </p:cNvPr>
          <p:cNvSpPr txBox="1"/>
          <p:nvPr/>
        </p:nvSpPr>
        <p:spPr>
          <a:xfrm>
            <a:off x="6096000" y="2921168"/>
            <a:ext cx="36359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CN" sz="6000" dirty="0"/>
              <a:t>This is Zoe</a:t>
            </a:r>
          </a:p>
        </p:txBody>
      </p:sp>
    </p:spTree>
    <p:extLst>
      <p:ext uri="{BB962C8B-B14F-4D97-AF65-F5344CB8AC3E}">
        <p14:creationId xmlns:p14="http://schemas.microsoft.com/office/powerpoint/2010/main" val="3246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601B1-939B-4CA2-1786-26D53FC7B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2E12D6-0351-CFC7-E537-743B9280C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82" y="1217429"/>
            <a:ext cx="3505522" cy="4423142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AE8BF1FC-5522-4CB3-8FF3-2199BA33F11B}"/>
              </a:ext>
            </a:extLst>
          </p:cNvPr>
          <p:cNvSpPr txBox="1"/>
          <p:nvPr/>
        </p:nvSpPr>
        <p:spPr>
          <a:xfrm>
            <a:off x="6096000" y="2512321"/>
            <a:ext cx="478599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CN" sz="6000" dirty="0"/>
              <a:t>Zoe has </a:t>
            </a:r>
          </a:p>
          <a:p>
            <a:r>
              <a:rPr lang="en-US" sz="6000" dirty="0"/>
              <a:t>T</a:t>
            </a:r>
            <a:r>
              <a:rPr lang="en-CN" sz="6000" dirty="0"/>
              <a:t>hree cookies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34FA2-FC45-A6AF-0736-49845ABC5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382" y="3238463"/>
            <a:ext cx="2019300" cy="2425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F781A3-60A0-6695-3693-0712FC8D9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382" y="3713807"/>
            <a:ext cx="2155814" cy="10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5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x.png">
            <a:extLst>
              <a:ext uri="{FF2B5EF4-FFF2-40B4-BE49-F238E27FC236}">
                <a16:creationId xmlns:a16="http://schemas.microsoft.com/office/drawing/2014/main" id="{CEDB5124-6BB4-113D-E100-565AC81A9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168" y="957607"/>
            <a:ext cx="3608232" cy="4942786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F2C82817-0497-C406-BF51-D0D2A4E15683}"/>
              </a:ext>
            </a:extLst>
          </p:cNvPr>
          <p:cNvSpPr txBox="1"/>
          <p:nvPr/>
        </p:nvSpPr>
        <p:spPr>
          <a:xfrm>
            <a:off x="6096000" y="2921168"/>
            <a:ext cx="36082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CN" sz="6000" dirty="0"/>
              <a:t>This is Rex</a:t>
            </a:r>
          </a:p>
        </p:txBody>
      </p:sp>
    </p:spTree>
    <p:extLst>
      <p:ext uri="{BB962C8B-B14F-4D97-AF65-F5344CB8AC3E}">
        <p14:creationId xmlns:p14="http://schemas.microsoft.com/office/powerpoint/2010/main" val="1612054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601B1-939B-4CA2-1786-26D53FC7B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rex.png">
            <a:extLst>
              <a:ext uri="{FF2B5EF4-FFF2-40B4-BE49-F238E27FC236}">
                <a16:creationId xmlns:a16="http://schemas.microsoft.com/office/drawing/2014/main" id="{026AA052-C5CA-7D9E-63E1-E28CF5E2F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168" y="957607"/>
            <a:ext cx="3608232" cy="4942786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AE8BF1FC-5522-4CB3-8FF3-2199BA33F11B}"/>
              </a:ext>
            </a:extLst>
          </p:cNvPr>
          <p:cNvSpPr txBox="1"/>
          <p:nvPr/>
        </p:nvSpPr>
        <p:spPr>
          <a:xfrm>
            <a:off x="6096000" y="2512321"/>
            <a:ext cx="466576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CN" sz="6000" dirty="0"/>
              <a:t>Rex has </a:t>
            </a:r>
          </a:p>
          <a:p>
            <a:r>
              <a:rPr lang="en-US" sz="6000" dirty="0"/>
              <a:t>t</a:t>
            </a:r>
            <a:r>
              <a:rPr lang="en-CN" sz="6000" dirty="0"/>
              <a:t>hree cookies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34FA2-FC45-A6AF-0736-49845ABC5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168" y="3238463"/>
            <a:ext cx="2019300" cy="2425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F781A3-60A0-6695-3693-0712FC8D9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168" y="3713807"/>
            <a:ext cx="2155814" cy="10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25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DD7975-2AD7-1F52-C82E-185974A00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830" y="3222165"/>
            <a:ext cx="1530514" cy="1838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16E561-C4BC-AD26-B342-4B4818B66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360" y="3563923"/>
            <a:ext cx="1771056" cy="8928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DF31F3-87E4-3C11-7675-6D25A2E53B8B}"/>
              </a:ext>
            </a:extLst>
          </p:cNvPr>
          <p:cNvSpPr txBox="1"/>
          <p:nvPr/>
        </p:nvSpPr>
        <p:spPr>
          <a:xfrm>
            <a:off x="1510033" y="5489188"/>
            <a:ext cx="91719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4400" dirty="0"/>
              <a:t>Rex wants Zoe to have fewer cookies.</a:t>
            </a:r>
            <a:endParaRPr lang="en-CN" sz="4400" dirty="0"/>
          </a:p>
        </p:txBody>
      </p:sp>
      <p:pic>
        <p:nvPicPr>
          <p:cNvPr id="7" name="Picture 6" descr="rex.png">
            <a:extLst>
              <a:ext uri="{FF2B5EF4-FFF2-40B4-BE49-F238E27FC236}">
                <a16:creationId xmlns:a16="http://schemas.microsoft.com/office/drawing/2014/main" id="{74564026-BDBE-7564-A9FE-50C7A96EB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512" y="1317725"/>
            <a:ext cx="3082460" cy="4222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A84992-524C-FB28-9E33-F327AE8E1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365" y="1092530"/>
            <a:ext cx="3505522" cy="442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65 0.22708 L 0.3276 0.1914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97" y="-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9A5A7-FB97-7609-953C-C35892BC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2C4AAF-D07B-7C68-F363-B8A9D7F08265}"/>
              </a:ext>
            </a:extLst>
          </p:cNvPr>
          <p:cNvSpPr txBox="1"/>
          <p:nvPr/>
        </p:nvSpPr>
        <p:spPr>
          <a:xfrm>
            <a:off x="1510033" y="5489188"/>
            <a:ext cx="102298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4400" dirty="0"/>
              <a:t>He deliberately knocks two of her cookies</a:t>
            </a:r>
            <a:endParaRPr lang="en-CN" sz="8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2154EB-FCDF-F976-63D5-41DD63012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443" y="3429001"/>
            <a:ext cx="1771056" cy="8928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5AE5AE-39D6-BAC7-503E-67292ACE1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753" y="3429001"/>
            <a:ext cx="1771056" cy="8928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2DF34-66D0-3D27-3BA5-2DA010528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81" y="1327221"/>
            <a:ext cx="2316388" cy="38378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FBBE99-C89C-5F9A-D06E-220324991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9953" y="998361"/>
            <a:ext cx="2762709" cy="38301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C5193E-ADA1-A6F9-937A-E68FA9C86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824" y="3429001"/>
            <a:ext cx="1771056" cy="89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82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94 0.00486 L -0.16054 -0.1449 " pathEditMode="relative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x.png">
            <a:extLst>
              <a:ext uri="{FF2B5EF4-FFF2-40B4-BE49-F238E27FC236}">
                <a16:creationId xmlns:a16="http://schemas.microsoft.com/office/drawing/2014/main" id="{277ED00E-28C5-0164-1383-09DC2000D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493" y="570424"/>
            <a:ext cx="3082460" cy="4222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5C8687-D391-A54D-CE63-400D3E4EE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369" y="2623325"/>
            <a:ext cx="1454766" cy="1747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CE0E6F-D8D3-5420-F9A7-94DA7D54CEDA}"/>
              </a:ext>
            </a:extLst>
          </p:cNvPr>
          <p:cNvSpPr txBox="1"/>
          <p:nvPr/>
        </p:nvSpPr>
        <p:spPr>
          <a:xfrm>
            <a:off x="1510033" y="5489188"/>
            <a:ext cx="8229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400" dirty="0"/>
              <a:t>Rex still has 3 cookies. Zoe now has 1 cookie.</a:t>
            </a:r>
            <a:endParaRPr lang="en-CN" sz="4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B4B709-A411-7A42-9A6F-703F5AAF5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24" y="903636"/>
            <a:ext cx="3082460" cy="3889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4A226D-904A-E20C-4A88-A457FEFAD3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4493" y="2906741"/>
            <a:ext cx="1771056" cy="8928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7EA9A6-5313-8FE4-C132-9672CEBA81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943" y="3113163"/>
            <a:ext cx="1771056" cy="8928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7F8509-2E1A-2DC4-0D84-07D002828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943" y="3113163"/>
            <a:ext cx="1771056" cy="89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27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66 0.22709 L 0.32761 0.1914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97" y="-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94 0.00486 L -0.16055 -0.1449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87" y="-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109EE-4D38-2BED-4F35-2A4990EC2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B6276C-C37F-3EE6-9AE4-FE13F5FDC742}"/>
              </a:ext>
            </a:extLst>
          </p:cNvPr>
          <p:cNvSpPr txBox="1"/>
          <p:nvPr/>
        </p:nvSpPr>
        <p:spPr>
          <a:xfrm>
            <a:off x="1510033" y="5489188"/>
            <a:ext cx="92535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400" dirty="0"/>
              <a:t>Please decide whether you would like to move some of Rex’s cookies.</a:t>
            </a:r>
            <a:endParaRPr lang="en-CN" sz="4400" dirty="0"/>
          </a:p>
        </p:txBody>
      </p:sp>
      <p:pic>
        <p:nvPicPr>
          <p:cNvPr id="10" name="Picture 9" descr="rex.png">
            <a:extLst>
              <a:ext uri="{FF2B5EF4-FFF2-40B4-BE49-F238E27FC236}">
                <a16:creationId xmlns:a16="http://schemas.microsoft.com/office/drawing/2014/main" id="{077D1425-8BB4-8C00-87B7-15DF1C497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493" y="570424"/>
            <a:ext cx="3082460" cy="42225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4CE5C78-4EE0-B084-CBC1-C8576F58B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369" y="2623325"/>
            <a:ext cx="1454766" cy="17475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873471-6ABD-FB62-2CF7-216A370E7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24" y="903636"/>
            <a:ext cx="3082460" cy="38893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A10B11-AE00-867D-872B-E2D934E0C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4493" y="2906741"/>
            <a:ext cx="1771056" cy="8928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5F1194-ABA5-294A-DEEA-0F7648321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943" y="3113163"/>
            <a:ext cx="1771056" cy="8928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9FAC04-6848-42C7-D495-152DBFFE56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943" y="3113163"/>
            <a:ext cx="1771056" cy="89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4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66 0.22709 L 0.32761 0.1914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97" y="-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94 0.00486 L -0.16055 -0.1449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87" y="-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3855</TotalTime>
  <Words>56</Words>
  <Application>Microsoft Macintosh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9</cp:revision>
  <dcterms:created xsi:type="dcterms:W3CDTF">2026-05-02T00:02:28Z</dcterms:created>
  <dcterms:modified xsi:type="dcterms:W3CDTF">2026-05-08T18:56:49Z</dcterms:modified>
</cp:coreProperties>
</file>