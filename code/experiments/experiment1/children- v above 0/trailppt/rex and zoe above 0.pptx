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1" r:id="rId2"/>
    <p:sldId id="270" r:id="rId3"/>
    <p:sldId id="273" r:id="rId4"/>
    <p:sldId id="272" r:id="rId5"/>
    <p:sldId id="277" r:id="rId6"/>
    <p:sldId id="278" r:id="rId7"/>
    <p:sldId id="281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5"/>
    <p:restoredTop sz="94492"/>
  </p:normalViewPr>
  <p:slideViewPr>
    <p:cSldViewPr snapToGrid="0">
      <p:cViewPr varScale="1">
        <p:scale>
          <a:sx n="80" d="100"/>
          <a:sy n="80" d="100"/>
        </p:scale>
        <p:origin x="20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2026/6/25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4BF9C-3490-CE71-862E-7EEF839FF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7 cookies.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94244-3668-7D94-032E-9791B9C4C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B7BBA9-CED8-4F48-9E41-5B58AA9AD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B983F-22CD-E6BF-4EE0-1B9C23DB7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EC46A-7A99-5C4B-00FA-82622939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7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509AA-6007-B9C7-EB1D-16D6230D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C9F1B-991C-517F-EB4D-554704E49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DDEA4-EB5E-96A8-3A60-D6CEE9BE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237A71-31C7-D709-0985-D0C113E08F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4876B-2D01-08A4-9D37-3D09F0ADBB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1CDF38-8005-8B70-5BDC-B3030CFE8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67101F-56AD-0E43-9A8A-DD45D46E3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CE9C9D-D9FE-AE3E-70B7-9BEBD77A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B35CC28-960A-120E-6ABF-132FD4359F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DE017C-6B76-9F34-3E48-ADDDE9BD1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380" y="318445"/>
            <a:ext cx="3034947" cy="5185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055E7-8FB8-7A14-C72D-14ADEC50F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C2F78D-D7EE-CB28-2C6E-D34C1063D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680" y="4138765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5897A2-A0BE-262A-32A1-B7592EC4B8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52490" y="4161096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9CE7C-F405-958F-AA16-1373DE1100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929" y="4138764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27A1E5-68E5-DE20-97AB-302F401C8CB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387724" y="4088581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410012-2025-50FE-11F5-96841FF3BD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440" y="4056317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85C85A-7729-53A1-C37F-B239391413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56651" y="407244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256101-3973-64FE-A019-5449BA5D6E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74021" y="399359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0991F9-C049-D839-5111-5768FD3B5A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38749" y="3960436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A92424-3E51-F236-3E4A-AE5F73144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380" y="318445"/>
            <a:ext cx="3034947" cy="5185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52732B-2141-C75E-999A-A0966BE90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680" y="4092465"/>
            <a:ext cx="1027288" cy="3188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F0D321-8980-A078-1423-DC7DD5CA2F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252490" y="4114796"/>
            <a:ext cx="457200" cy="224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94811D-010A-931A-563C-646DA17C5D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576929" y="4092464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BC9044-1D85-6E4E-7FCC-573EF6372B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387724" y="4042281"/>
            <a:ext cx="457200" cy="2240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7D0F02-20CF-7CED-7916-8C5CD34F78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576440" y="4010017"/>
            <a:ext cx="457200" cy="2240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E60644-ABB8-D024-2B29-F6307C496D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156651" y="40261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F7BAF-A4DD-F703-86DC-C3D5F0D4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7" y="285732"/>
            <a:ext cx="4101697" cy="5343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7 cookies. Rex now has 5 cookies.</a:t>
            </a:r>
            <a:endParaRPr lang="en-CN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C5BDC-34B5-52CD-D1CF-9635CD4E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800" y="4138765"/>
            <a:ext cx="1027288" cy="3188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9219EA-E40D-69EE-7E46-7A01634079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43610" y="4161096"/>
            <a:ext cx="457200" cy="2240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0272240-DBD0-3F64-A4F5-9A500246C2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8049" y="4138764"/>
            <a:ext cx="457200" cy="2240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BE5D27-6A27-8E24-038E-513C398575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8844" y="4088581"/>
            <a:ext cx="457200" cy="2240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CBDE11-C84D-F8B3-A7F6-E3EB6A0CCF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7560" y="4056317"/>
            <a:ext cx="457200" cy="224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4B3AAA9-7627-D5B0-1CFC-6F0A2262A6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547771" y="4072449"/>
            <a:ext cx="457200" cy="2240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1BCDA2-924C-D4FD-602C-8783290C02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B8B081-3D09-AE51-A2B7-0CB945C8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3889</TotalTime>
  <Words>50</Words>
  <Application>Microsoft Macintosh PowerPoint</Application>
  <PresentationFormat>Widescreen</PresentationFormat>
  <Paragraphs>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18</cp:revision>
  <dcterms:created xsi:type="dcterms:W3CDTF">2026-05-02T00:02:28Z</dcterms:created>
  <dcterms:modified xsi:type="dcterms:W3CDTF">2026-06-25T22:05:17Z</dcterms:modified>
</cp:coreProperties>
</file>