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79" r:id="rId9"/>
    <p:sldId id="278" r:id="rId10"/>
    <p:sldId id="280" r:id="rId11"/>
    <p:sldId id="281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35"/>
  </p:normalViewPr>
  <p:slideViewPr>
    <p:cSldViewPr snapToGrid="0">
      <p:cViewPr varScale="1">
        <p:scale>
          <a:sx n="101" d="100"/>
          <a:sy n="101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E808-6F37-E195-38B2-D2BDA881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E558-77A4-6C0D-8585-FBA8AFE3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F4CA2-C935-2B52-6424-AEFC61C3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BC7E-A71A-B05B-2015-8BB049C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4EDF-9D16-9895-FCF9-E6F4D79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1C196-2EDB-72F3-A98E-E7C17724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798F-6A33-A3C2-FB51-683A6DA18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F926-E350-5712-57E6-BE47EB5E5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7549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9A5474-F657-238C-C6C0-DE81B510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Finn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299" y="4078453"/>
            <a:ext cx="1173792" cy="364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522" y="3897014"/>
            <a:ext cx="1204123" cy="60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936" y="3812824"/>
            <a:ext cx="1204123" cy="607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983" y="3812824"/>
            <a:ext cx="1204123" cy="607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68" y="3743057"/>
            <a:ext cx="1204123" cy="607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68" y="3895457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2953BE-8C65-226C-6135-FC3D6D5D40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5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9BFCF-567F-7DE7-CA12-DD8C8FBEE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706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8ECC6-D024-A42C-B7A1-E8562BBCA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418" y="395360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ECCC8B-0C92-6EBF-06CA-D7F6E519A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697" y="384168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71D-1638-4434-AE96-4DDDBA7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8FB0C39-F048-527A-A57E-24F0E8DDE1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F7929-476A-41AA-A768-930B2F479BA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DA3BE-883B-036A-DA5A-726DF3C1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6F270-891D-8D92-35BE-9187E96C3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F4B34-A2C1-FF1C-3CAD-BB89E7686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699" y="3733664"/>
            <a:ext cx="1173792" cy="364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88D6DE-43B4-8E13-9365-D68C5B8B0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922" y="3552225"/>
            <a:ext cx="1204123" cy="607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EE07C1-5192-CDB4-566C-158327C51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6" y="3468035"/>
            <a:ext cx="1204123" cy="607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5ECDE4-6A4C-6F71-1EB8-A8E8C604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383" y="3468035"/>
            <a:ext cx="1204123" cy="607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D068C5-6529-962B-C97D-A3EDAC53D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368" y="3398268"/>
            <a:ext cx="1204123" cy="6070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11CAF7-894B-EE18-9C15-971BD9077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768" y="3550668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74D3A16-5546-67F2-596C-F0D3605973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Oh no! Cleo slips on the water!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0233" y="3119357"/>
            <a:ext cx="1501859" cy="757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2633" y="3155258"/>
            <a:ext cx="1732952" cy="8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EE7-3180-F4CA-A53B-D717D327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7432F13-577A-680B-88D7-329C9016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1F872-14BA-AB7A-5912-6405CB21891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fall!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8E852-6EAC-6AAA-8484-834FD7C0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26841-79F2-F47F-4CD8-A7DC319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1" y="39817"/>
            <a:ext cx="3464337" cy="5768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E05922-00C5-9E61-AEA4-E28980B9F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4E4F1-EC29-BEFA-EBF3-6EF0EF398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BEE12-5C82-6241-8C4F-F39248339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31090E-B41C-68E3-5B38-8D514DC37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539CC5-D840-1CA8-A58F-2B280A0C0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C40EB1-C814-EB0B-745A-72ACCD55C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3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455144" y="4123558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779583" y="413275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B9FD6A-14D3-CADC-B237-1E98E19695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061" y="388535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69</Words>
  <Application>Microsoft Macintosh PowerPoint</Application>
  <PresentationFormat>Widescreen</PresentationFormat>
  <Paragraphs>17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30</cp:revision>
  <dcterms:created xsi:type="dcterms:W3CDTF">2026-05-01T23:56:35Z</dcterms:created>
  <dcterms:modified xsi:type="dcterms:W3CDTF">2026-05-30T05:17:06Z</dcterms:modified>
</cp:coreProperties>
</file>