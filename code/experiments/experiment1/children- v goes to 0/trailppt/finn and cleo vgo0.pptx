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4a" ContentType="audio/mp4"/>
  <Override PartName="/ppt/media/media10.m4a" ContentType="audio/mp4"/>
  <Override PartName="/ppt/media/media2.m4a" ContentType="audio/mp4"/>
  <Override PartName="/ppt/media/media3.m4a" ContentType="audio/mp4"/>
  <Override PartName="/ppt/media/media4.m4a" ContentType="audio/mp4"/>
  <Override PartName="/ppt/media/media5.m4a" ContentType="audio/mp4"/>
  <Override PartName="/ppt/media/media6.m4a" ContentType="audio/mp4"/>
  <Override PartName="/ppt/media/media7.m4a" ContentType="audio/mp4"/>
  <Override PartName="/ppt/media/media8.m4a" ContentType="audio/mp4"/>
  <Override PartName="/ppt/media/media9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79" r:id="rId9"/>
    <p:sldId id="278" r:id="rId10"/>
    <p:sldId id="282" r:id="rId11"/>
    <p:sldId id="281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35"/>
  </p:normalViewPr>
  <p:slideViewPr>
    <p:cSldViewPr snapToGrid="0">
      <p:cViewPr varScale="1">
        <p:scale>
          <a:sx n="96" d="100"/>
          <a:sy n="96" d="100"/>
        </p:scale>
        <p:origin x="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E808-6F37-E195-38B2-D2BDA881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E558-77A4-6C0D-8585-FBA8AFE3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F4CA2-C935-2B52-6424-AEFC61C3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BC7E-A71A-B05B-2015-8BB049C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15F1-1E32-9694-4B5B-9B162AB0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488C1-FD06-A2DE-18D9-816EC5FA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867A3-61A7-7608-3F3B-204D096C4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82A33-D554-92CB-9D20-FC805E673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44684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4a"/><Relationship Id="rId2" Type="http://schemas.openxmlformats.org/officeDocument/2006/relationships/audio" Target="../media/media1.m4a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2.m4a"/><Relationship Id="rId2" Type="http://schemas.openxmlformats.org/officeDocument/2006/relationships/audio" Target="../media/media2.m4a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3.m4a"/><Relationship Id="rId2" Type="http://schemas.openxmlformats.org/officeDocument/2006/relationships/audio" Target="../media/media3.m4a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4.m4a"/><Relationship Id="rId2" Type="http://schemas.openxmlformats.org/officeDocument/2006/relationships/audio" Target="../media/media4.m4a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5.m4a"/><Relationship Id="rId2" Type="http://schemas.openxmlformats.org/officeDocument/2006/relationships/audio" Target="../media/media5.m4a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6.m4a"/><Relationship Id="rId2" Type="http://schemas.openxmlformats.org/officeDocument/2006/relationships/audio" Target="../media/media6.m4a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7.m4a"/><Relationship Id="rId2" Type="http://schemas.openxmlformats.org/officeDocument/2006/relationships/audio" Target="../media/media7.m4a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8.m4a"/><Relationship Id="rId2" Type="http://schemas.openxmlformats.org/officeDocument/2006/relationships/audio" Target="../media/media8.m4a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microsoft.com/office/2007/relationships/media" Target="../media/media9.m4a"/><Relationship Id="rId2" Type="http://schemas.openxmlformats.org/officeDocument/2006/relationships/audio" Target="../media/media9.m4a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5.png"/><Relationship Id="rId9" Type="http://schemas.openxmlformats.org/officeDocument/2006/relationships/image" Target="../media/image4.png"/><Relationship Id="rId10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10.m4a"/><Relationship Id="rId2" Type="http://schemas.openxmlformats.org/officeDocument/2006/relationships/audio" Target="../media/media10.m4a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Finn.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2421164C-3946-8001-0290-5825A88DA7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2"/>
    </mc:Choice>
    <mc:Fallback xmlns="">
      <p:transition spd="slow" advTm="38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3968364-DBB3-AEBA-9509-098B3E2338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Finn has </a:t>
            </a:r>
            <a:r>
              <a:rPr lang="en-US" altLang="zh-CN" sz="3000" b="1" dirty="0"/>
              <a:t>5</a:t>
            </a:r>
            <a:r>
              <a:rPr lang="en-CN" sz="3000" b="1" dirty="0"/>
              <a:t> cookies.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704" y="4103301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713" y="3921862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127" y="3837672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174" y="3837672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159" y="3767905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559" y="3920305"/>
            <a:ext cx="1053833" cy="531259"/>
          </a:xfrm>
          <a:prstGeom prst="rect">
            <a:avLst/>
          </a:prstGeom>
        </p:spPr>
      </p:pic>
      <p:pic>
        <p:nvPicPr>
          <p:cNvPr id="15" name="Audio 14">
            <a:extLst>
              <a:ext uri="{FF2B5EF4-FFF2-40B4-BE49-F238E27FC236}">
                <a16:creationId xmlns:a16="http://schemas.microsoft.com/office/drawing/2014/main" id="{C657F960-9D68-04F0-A153-87D63CA1E4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4"/>
    </mc:Choice>
    <mc:Fallback xmlns="">
      <p:transition spd="slow" advTm="4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Cleo.</a:t>
            </a:r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BA73FAE3-2935-3A36-08F2-CC7C1BD694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9"/>
    </mc:Choice>
    <mc:Fallback xmlns="">
      <p:transition spd="slow" advTm="49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8DA33B-19FA-761E-077C-CAD0FCF4D3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2</a:t>
            </a:r>
            <a:r>
              <a:rPr lang="en-CN" sz="3000" b="1" dirty="0"/>
              <a:t>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155" y="4026061"/>
            <a:ext cx="1276132" cy="396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8164" y="3793174"/>
            <a:ext cx="1309107" cy="659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989" y="3801748"/>
            <a:ext cx="1309107" cy="659948"/>
          </a:xfrm>
          <a:prstGeom prst="rect">
            <a:avLst/>
          </a:prstGeom>
        </p:spPr>
      </p:pic>
      <p:pic>
        <p:nvPicPr>
          <p:cNvPr id="5" name="Audio 4">
            <a:extLst>
              <a:ext uri="{FF2B5EF4-FFF2-40B4-BE49-F238E27FC236}">
                <a16:creationId xmlns:a16="http://schemas.microsoft.com/office/drawing/2014/main" id="{B791D6D1-EA53-6F4F-F5D3-065C22C22D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1"/>
    </mc:Choice>
    <mc:Fallback xmlns="">
      <p:transition spd="slow" advTm="4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spills water.</a:t>
            </a:r>
          </a:p>
        </p:txBody>
      </p:sp>
      <p:pic>
        <p:nvPicPr>
          <p:cNvPr id="3" name="Audio 2">
            <a:extLst>
              <a:ext uri="{FF2B5EF4-FFF2-40B4-BE49-F238E27FC236}">
                <a16:creationId xmlns:a16="http://schemas.microsoft.com/office/drawing/2014/main" id="{5EDB6AE3-FE6D-9F60-BA6C-942521BBC7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5"/>
    </mc:Choice>
    <mc:Fallback xmlns="">
      <p:transition spd="slow" advTm="6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  <p:pic>
        <p:nvPicPr>
          <p:cNvPr id="9" name="Audio 7">
            <a:extLst>
              <a:ext uri="{FF2B5EF4-FFF2-40B4-BE49-F238E27FC236}">
                <a16:creationId xmlns:a16="http://schemas.microsoft.com/office/drawing/2014/main" id="{3B41DBF8-59B2-7DC0-292A-1FB6BD5C6E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7"/>
    </mc:Choice>
    <mc:Fallback xmlns="">
      <p:transition spd="slow" advTm="66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walks away.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38"/>
    </mc:Choice>
    <mc:Fallback xmlns="">
      <p:transition spd="slow" advTm="105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71D-1638-4434-AE96-4DDDBA7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8302D-565E-2E2B-BA85-7098290EEE1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F7929-476A-41AA-A768-930B2F479BA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DA3BE-883B-036A-DA5A-726DF3C1C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6F270-891D-8D92-35BE-9187E96C3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20E286-543C-46CF-BF2B-73113717C8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F5DBB-0D13-BE4A-D588-71BA011C21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6C0EDA-C5AD-8944-80E8-439633B6B9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87CD523D-A345-BCCF-17D6-4AA448CD0B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3"/>
    </mc:Choice>
    <mc:Fallback xmlns="">
      <p:transition spd="slow" advTm="5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2E435-7D14-4D44-6A70-63A8D1C30D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000" b="1" dirty="0"/>
              <a:t>Oh no! Cleo slips on the water!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DBDFE0-338A-E9EE-94BB-1FADDCECC4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97866B-26F7-7CBB-E69A-CA526532EC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2045" y="3120730"/>
            <a:ext cx="1624230" cy="818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F8851-EF4D-0BBE-399F-F3C3B88B3E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8722" y="3068158"/>
            <a:ext cx="1624230" cy="818808"/>
          </a:xfrm>
          <a:prstGeom prst="rect">
            <a:avLst/>
          </a:prstGeom>
        </p:spPr>
      </p:pic>
      <p:pic>
        <p:nvPicPr>
          <p:cNvPr id="18" name="Audio 17">
            <a:extLst>
              <a:ext uri="{FF2B5EF4-FFF2-40B4-BE49-F238E27FC236}">
                <a16:creationId xmlns:a16="http://schemas.microsoft.com/office/drawing/2014/main" id="{44FDFE78-2990-C67F-4C27-CDB269E29C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7"/>
    </mc:Choice>
    <mc:Fallback xmlns="">
      <p:transition spd="slow" advTm="82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85BD-F3ED-F8C8-760D-E98960EF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6CE5410-D0A5-CBF4-C459-72E5E2FE4DC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040C1-923D-84DF-091B-BF554FD54961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Cleo’s cookies fall!</a:t>
            </a:r>
            <a:endParaRPr lang="en-CN" sz="3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FC8C28-AC52-A7F3-29DF-C8384B3C3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A639E6-3F93-3EFC-AD1F-F2C50225E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3E18A4-2EB9-D907-DF63-B7D67E89F5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ED7A65-ED32-7231-19CF-7975C6E36C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29258A-B2BE-9AC1-3173-B639D336F1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74B7BC38-5B65-CA37-9BEC-25CB520618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4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40"/>
    </mc:Choice>
    <mc:Fallback xmlns="">
      <p:transition spd="slow" advTm="7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8FC5B14-94B4-8587-B995-63A99397DC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0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584" y="4007248"/>
            <a:ext cx="1330038" cy="412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823" y="4147266"/>
            <a:ext cx="1246853" cy="387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309" t="37775" r="29949" b="24568"/>
          <a:stretch>
            <a:fillRect/>
          </a:stretch>
        </p:blipFill>
        <p:spPr>
          <a:xfrm>
            <a:off x="2948480" y="4189869"/>
            <a:ext cx="554918" cy="271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309" t="37775" r="29949" b="24568"/>
          <a:stretch>
            <a:fillRect/>
          </a:stretch>
        </p:blipFill>
        <p:spPr>
          <a:xfrm>
            <a:off x="3272919" y="4167537"/>
            <a:ext cx="554918" cy="271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309" t="37775" r="29949" b="24568"/>
          <a:stretch>
            <a:fillRect/>
          </a:stretch>
        </p:blipFill>
        <p:spPr>
          <a:xfrm>
            <a:off x="3083714" y="4117354"/>
            <a:ext cx="554918" cy="271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309" t="37775" r="29949" b="24568"/>
          <a:stretch>
            <a:fillRect/>
          </a:stretch>
        </p:blipFill>
        <p:spPr>
          <a:xfrm>
            <a:off x="3272430" y="4085090"/>
            <a:ext cx="554918" cy="271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309" t="37775" r="29949" b="24568"/>
          <a:stretch>
            <a:fillRect/>
          </a:stretch>
        </p:blipFill>
        <p:spPr>
          <a:xfrm>
            <a:off x="2852641" y="4101222"/>
            <a:ext cx="554918" cy="2719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13" name="Audio 12">
            <a:extLst>
              <a:ext uri="{FF2B5EF4-FFF2-40B4-BE49-F238E27FC236}">
                <a16:creationId xmlns:a16="http://schemas.microsoft.com/office/drawing/2014/main" id="{FB33D678-EC38-D791-4768-524DB2A51F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73"/>
    </mc:Choice>
    <mc:Fallback xmlns="">
      <p:transition spd="slow" advTm="115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77</Words>
  <Application>Microsoft Macintosh PowerPoint</Application>
  <PresentationFormat>Widescreen</PresentationFormat>
  <Paragraphs>17</Paragraphs>
  <Slides>11</Slides>
  <Notes>6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36</cp:revision>
  <dcterms:created xsi:type="dcterms:W3CDTF">2026-05-01T23:56:35Z</dcterms:created>
  <dcterms:modified xsi:type="dcterms:W3CDTF">2026-06-25T20:25:39Z</dcterms:modified>
</cp:coreProperties>
</file>