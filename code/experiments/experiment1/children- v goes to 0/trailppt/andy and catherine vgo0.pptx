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70" r:id="rId3"/>
    <p:sldId id="271" r:id="rId4"/>
    <p:sldId id="272" r:id="rId5"/>
    <p:sldId id="273" r:id="rId6"/>
    <p:sldId id="259" r:id="rId7"/>
    <p:sldId id="265" r:id="rId8"/>
    <p:sldId id="267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0"/>
    <p:restoredTop sz="94643"/>
  </p:normalViewPr>
  <p:slideViewPr>
    <p:cSldViewPr snapToGrid="0">
      <p:cViewPr varScale="1">
        <p:scale>
          <a:sx n="108" d="100"/>
          <a:sy n="108" d="100"/>
        </p:scale>
        <p:origin x="2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1CE71-B844-3747-9000-71B0BC2A0BCC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B6D23-0398-254E-AC4F-4427B49056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436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A572-3BC1-33A9-9AA0-5EB1C1D0D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684AA-CF88-4568-2A5E-F68411DA0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56168-F27D-E218-9C38-F4F0E88C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D6D7-DB2B-9497-8E7C-19BFB4CE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3AC52-2517-C57C-19B3-DBB41EC9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046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A028-39C5-1BBF-7ED9-7A89715F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02B4-7F00-C7A7-2D50-D3775DDCE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A72E2-36B8-6364-29EC-4733F875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5BF65-BD7D-FE5A-0EEC-D687D15E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4BB3-11BF-D8CE-DAA2-9AAB05EE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24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86D8-A741-C4B8-E4E5-0BC5D5FE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BF38F-94D6-7078-DCFB-7A01E2424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F914-5052-F68D-BEE3-535A2337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EA26C-DD3A-D45D-6E60-72199A0D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5437E-BB77-1650-D939-F76FEC06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988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A8CA-3EEE-51BF-A19C-E44EC9C1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B755-4214-70CC-2E3C-926C962FA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E6127-C8F5-CEAA-C716-A90878BB4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6AE0E-44C5-BFE2-9193-DD0E5C92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512F2-1004-8831-73B5-9BE1A5DD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8395F-E7C5-AE52-7003-046BA8B6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224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FF5A-0438-81A3-D6D2-EC7912104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0477B-908C-2FE2-66BE-762FC5D56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80A25-F044-6624-F114-C13793D75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94245-7980-2AFF-E6CC-FA51F5B96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99B79-EBBF-E068-7F03-272A867AB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B74C9-3D95-052D-F91B-A3CC7DFA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8EB58-DEB2-F016-D362-985E08D7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CC61D0-9618-3944-C5BE-74EF10AA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401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51EC-1BF8-6FE0-D3D6-120234A7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B424D-A5F3-DB26-5600-E120ECC9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040D3-E5E3-70ED-C737-9E54CD8A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0FC2F-CDBE-D01D-A894-5F9BD8B3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060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FB582-C2D1-7CAB-A0AE-27D9C7B8B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3B50C-3990-C421-855A-192ADA12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7083A-F8D4-1860-F6BF-92DE8C2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138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ED7F-C265-8C28-8D55-E05BCEBB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C0B6B-A408-69F4-100B-E46826425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0DDFE-84E0-592F-0AE5-D7CA7224F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33655-793C-72A9-443A-E175AF9A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56312-B395-1E6D-CFF8-1C6F6608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712E6-0FFC-49E4-0F38-DED57FAE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3880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FC0E-FC1A-C2D0-8FEB-64657FFF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5F763-90F2-39A8-2AAE-05FCE9474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761AE-F2A9-D839-3BB9-48BB8CCBC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17FA-A1C0-2F3A-1E67-BAF8B6680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406D0-1D10-0811-B876-D8EEEFA8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A55E0-6209-C3EE-5D3C-CE520AB6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411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E8D5-6AB0-9BC6-A94B-67005B46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98E4-F951-A9CD-5716-E355CCC8A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DBA4B-3171-1C61-02F6-6099AADA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821B-9FA3-978E-1EC6-16B3D2B1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D3DD7-2719-E202-8375-FCD9B718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821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8804F-AE69-C522-CD09-76AE60779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BF276-0777-D940-5038-8A09CC62C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3C296-5D08-8B1E-3786-4A05C665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3E149-ACD2-916D-A27F-6168830E9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453BD-BA90-78AA-6CF6-5190C3B5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80028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C51FE8-33DF-722F-C14E-67A0ED219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7059B-7CC7-5EE2-39C7-CFBEEC4C4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1AEC6-2152-E911-3EF5-2E3F07A40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2C1A4-0A3C-0A4F-BF2D-025D53818EC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39E0-29BA-8C8E-9272-DD5F533C4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0AF15-F58F-2303-D2AC-6BDF5E8F4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391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74BD948-A7A5-7C3F-3C89-FC37A12B5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BAE625-9C32-0DB7-763C-7010C1F4B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0"/>
          <a:stretch>
            <a:fillRect/>
          </a:stretch>
        </p:blipFill>
        <p:spPr>
          <a:xfrm>
            <a:off x="4352851" y="246888"/>
            <a:ext cx="3486298" cy="5487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Catherine.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4C0D-6354-8B23-32FC-B0352FC6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EABD2E-4E4C-E862-132E-492270DED9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6B3942-4F07-2D8F-D630-C15A56B7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0"/>
          <a:stretch>
            <a:fillRect/>
          </a:stretch>
        </p:blipFill>
        <p:spPr>
          <a:xfrm>
            <a:off x="4352851" y="246888"/>
            <a:ext cx="3486298" cy="5487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703C7E-4F61-DFCB-5459-9D55F91D244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Catherine has </a:t>
            </a:r>
            <a:r>
              <a:rPr lang="en-US" altLang="zh-CN" sz="3000" b="1" dirty="0"/>
              <a:t>7</a:t>
            </a:r>
            <a:r>
              <a:rPr lang="en-CN" sz="3000" b="1" dirty="0"/>
              <a:t> cookies.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5E609-B90A-18BE-0DC0-2EC72C7ED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201" y="4116553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C7BE2C-282A-D3CF-CFF5-598632AD8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210" y="393511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811DD7-967D-4676-461C-AA1FE009B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624" y="385092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A8BD62-5D7E-FD8A-9FA0-99FC4C39E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671" y="3850924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840FEC-C78C-839E-04B9-495C47C1C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656" y="37811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ABCCD4-DD37-5EC7-A364-B92973110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6056" y="3933557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CF2C61-B339-C5D3-DC93-903B976D8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470" y="3737989"/>
            <a:ext cx="1053833" cy="531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95003C-F841-5E9C-6BA9-8E982A053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976" y="3764506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4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F733-FFDB-4B52-7D8D-835FE31E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D04AFF57-0408-A2BB-613E-A89757757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051E50-DC9F-5A2B-8B3F-B4443640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156" y="264421"/>
            <a:ext cx="3768993" cy="546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09F04D-53D8-3AD5-06C7-6CC674BC1DF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Catherine has </a:t>
            </a:r>
            <a:r>
              <a:rPr lang="en-US" altLang="zh-CN" sz="3000" b="1" dirty="0"/>
              <a:t>a pet wolf.</a:t>
            </a:r>
            <a:endParaRPr lang="en-CN" sz="3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F24214-589F-41ED-F022-A57C61AD3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201" y="4116553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957139-3517-D229-63B4-06C91721E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210" y="393511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73783D-1E70-268B-7799-505599167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624" y="385092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EEB809-97FE-CF85-F60E-439FBCF00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671" y="3850924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228FC1-E22E-EB1B-785F-264AC1123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656" y="37811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0A6741-A7D8-6E22-161B-2890FEF24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6056" y="3933557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738109-AC64-DA62-6C60-26FAE064D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470" y="3737989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98BD19-A262-1006-9B5D-B78C4A594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976" y="3764506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1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78B76-C5D7-A2B9-D3BF-CC8EA498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202D39-01F7-1A7C-720B-DF9EFBC7D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0ED8E7-E2BB-110D-2E8A-F00BC58E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889" y="246888"/>
            <a:ext cx="3409704" cy="5643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10DBBA-F25F-5A9D-BCC4-1E52F4F3B4B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Andy.</a:t>
            </a:r>
          </a:p>
        </p:txBody>
      </p:sp>
    </p:spTree>
    <p:extLst>
      <p:ext uri="{BB962C8B-B14F-4D97-AF65-F5344CB8AC3E}">
        <p14:creationId xmlns:p14="http://schemas.microsoft.com/office/powerpoint/2010/main" val="25860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1D5F-638B-63FA-FFDD-669C594E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D2ADB5-7AE1-5B0D-36E0-8BAFA274F8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5B59C6-31BC-0464-BBB8-86765FD92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889" y="246888"/>
            <a:ext cx="3409704" cy="5643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1D2132-BD84-138C-F6F1-48755D30D7E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Andy has </a:t>
            </a:r>
            <a:r>
              <a:rPr lang="en-US" altLang="zh-CN" sz="3000" b="1" dirty="0"/>
              <a:t>2</a:t>
            </a:r>
            <a:r>
              <a:rPr lang="en-CN" sz="3000" b="1"/>
              <a:t> </a:t>
            </a:r>
            <a:r>
              <a:rPr lang="en-CN" sz="3000" b="1" dirty="0"/>
              <a:t>cookies.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19B0B9-6E30-27A8-B41E-3E7274809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617" y="3870565"/>
            <a:ext cx="1291740" cy="4009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3CCC32-F05B-6844-AD05-F35D68586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792" y="3634452"/>
            <a:ext cx="1325119" cy="6680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ED00D4-7E99-0A9B-685E-211310551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892" y="3639470"/>
            <a:ext cx="1325119" cy="66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1126E8-189B-87FB-9E78-ED10EA47EA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622197-E0B7-AF4E-C532-927D534D5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269" y="1249662"/>
            <a:ext cx="2578586" cy="42621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4A723C-208D-AD47-AF65-57883B8DFED7}"/>
              </a:ext>
            </a:extLst>
          </p:cNvPr>
          <p:cNvSpPr txBox="1"/>
          <p:nvPr/>
        </p:nvSpPr>
        <p:spPr>
          <a:xfrm>
            <a:off x="1981200" y="5511788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CN" b="1" sz="3000"/>
              <a:t>Andy and Catherine walk down the same street.</a:t>
            </a:r>
            <a:endParaRPr lang="en-CN" sz="6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F88A3-5C52-1308-B353-AB0325734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1920425"/>
            <a:ext cx="3780982" cy="3832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481A5E-E82B-8F68-996F-66C9F84972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489" y="3483224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42081C-4932-3598-B80F-BF26F79BDF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5498" y="3301785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66AF7A-0729-4BC9-5D55-AEA36B625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1903" y="3306803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855B-1EAD-B8AE-33AE-FDEB3DD3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E4C7D50-FB6E-735D-9DB4-352597D7BB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85B54E-AB2E-48A1-75EE-33315CC26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182" y="1264849"/>
            <a:ext cx="2578586" cy="41869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8098639-D195-36E1-70BC-F1A259E5C059}"/>
              </a:ext>
            </a:extLst>
          </p:cNvPr>
          <p:cNvSpPr txBox="1"/>
          <p:nvPr/>
        </p:nvSpPr>
        <p:spPr>
          <a:xfrm>
            <a:off x="1933574" y="5790618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Oh no! The wolf eats 2 of Andy’s cookies!</a:t>
            </a:r>
            <a:endParaRPr lang="en-CN" sz="6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C12F9-D5D1-57CF-1559-629695D8E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942" y="1891509"/>
            <a:ext cx="4454544" cy="38111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67C0C3-10EE-E3D9-E4DE-4B3AE2715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086" y="3512956"/>
            <a:ext cx="1027288" cy="3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82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8D51F1E-5208-8930-7ACF-0658CC647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C99126-8D00-2A16-2744-2A944375D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73" y="968052"/>
            <a:ext cx="2807457" cy="4646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254C93-9DB3-2FB7-4C56-0768706DE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85" y="1326256"/>
            <a:ext cx="2924317" cy="4254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Catherine still has </a:t>
            </a:r>
            <a:r>
              <a:rPr lang="en-US" altLang="zh-CN" sz="3000" b="1" dirty="0"/>
              <a:t>7</a:t>
            </a:r>
            <a:r>
              <a:rPr lang="en-US" sz="3000" b="1" dirty="0"/>
              <a:t> cookies. Andy now has 0 cookies.</a:t>
            </a:r>
            <a:endParaRPr lang="en-CN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21C3A-5E44-71CF-F81D-5979EC424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543" y="3899484"/>
            <a:ext cx="2176346" cy="1632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B21091-F6FC-EE60-0F64-AD9A6C1B0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1976" y="4245166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70473-49A2-FE35-7577-E3F19E99CF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5985" y="4063727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DCC135-BBF7-0096-A655-DF4422E205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4399" y="3979537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BA69EF-69C1-3C0E-D90F-623276C935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1446" y="3979537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95A056-78CA-18A4-DC01-27F9BB9EEE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5431" y="3909770"/>
            <a:ext cx="1053833" cy="5312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61D10DC-A6B6-BF81-1829-94A1BC0B8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7831" y="4062170"/>
            <a:ext cx="1053833" cy="5312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03C1A9-7F2F-D0AE-B023-C00F9C908C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6245" y="3866602"/>
            <a:ext cx="1053833" cy="5312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BF5B462-202D-BAC8-396B-55CC91A354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6751" y="3893119"/>
            <a:ext cx="1053833" cy="5312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D8D8039-0138-917A-287C-78C4D556A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3202" y="3926295"/>
            <a:ext cx="1027288" cy="3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</TotalTime>
  <Words>51</Words>
  <Application>Microsoft Macintosh PowerPoint</Application>
  <PresentationFormat>Widescreen</PresentationFormat>
  <Paragraphs>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24</cp:revision>
  <dcterms:created xsi:type="dcterms:W3CDTF">2026-05-08T04:29:54Z</dcterms:created>
  <dcterms:modified xsi:type="dcterms:W3CDTF">2026-06-12T06:20:24Z</dcterms:modified>
</cp:coreProperties>
</file>