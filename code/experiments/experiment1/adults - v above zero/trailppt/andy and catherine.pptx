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70" r:id="rId3"/>
    <p:sldId id="271" r:id="rId4"/>
    <p:sldId id="272" r:id="rId5"/>
    <p:sldId id="273" r:id="rId6"/>
    <p:sldId id="259" r:id="rId7"/>
    <p:sldId id="265" r:id="rId8"/>
    <p:sldId id="267" r:id="rId9"/>
    <p:sldId id="275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69"/>
  </p:normalViewPr>
  <p:slideViewPr>
    <p:cSldViewPr snapToGrid="0">
      <p:cViewPr varScale="1">
        <p:scale>
          <a:sx n="114" d="100"/>
          <a:sy n="114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CE71-B844-3747-9000-71B0BC2A0BCC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6D23-0398-254E-AC4F-4427B49056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436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A572-3BC1-33A9-9AA0-5EB1C1D0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84AA-CF88-4568-2A5E-F68411DA0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6168-F27D-E218-9C38-F4F0E88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6D7-DB2B-9497-8E7C-19BFB4C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AC52-2517-C57C-19B3-DBB41EC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046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A028-39C5-1BBF-7ED9-7A89715F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02B4-7F00-C7A7-2D50-D3775DDC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A72E2-36B8-6364-29EC-4733F87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BF65-BD7D-FE5A-0EEC-D687D15E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BB3-11BF-D8CE-DAA2-9AAB05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4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6D8-A741-C4B8-E4E5-0BC5D5FE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F38F-94D6-7078-DCFB-7A01E24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F914-5052-F68D-BEE3-535A2337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A26C-DD3A-D45D-6E60-72199A0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37E-BB77-1650-D939-F76FEC06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8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8CA-3EEE-51BF-A19C-E44EC9C1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B755-4214-70CC-2E3C-926C962FA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6127-C8F5-CEAA-C716-A90878BB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AE0E-44C5-BFE2-9193-DD0E5C9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12F2-1004-8831-73B5-9BE1A5DD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395F-E7C5-AE52-7003-046BA8B6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22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F5A-0438-81A3-D6D2-EC791210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477B-908C-2FE2-66BE-762FC5D5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80A25-F044-6624-F114-C13793D7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94245-7980-2AFF-E6CC-FA51F5B9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9B79-EBBF-E068-7F03-272A867A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B74C9-3D95-052D-F91B-A3CC7DFA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EB58-DEB2-F016-D362-985E08D7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C61D0-9618-3944-C5BE-74EF10A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01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51EC-1BF8-6FE0-D3D6-120234A7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B424D-A5F3-DB26-5600-E120ECC9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40D3-E5E3-70ED-C737-9E54CD8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0FC2F-CDBE-D01D-A894-5F9BD8B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6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FB582-C2D1-7CAB-A0AE-27D9C7B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B50C-3990-C421-855A-192ADA1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083A-F8D4-1860-F6BF-92DE8C2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13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ED7F-C265-8C28-8D55-E05BCEBB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B6B-A408-69F4-100B-E4682642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DDFE-84E0-592F-0AE5-D7CA7224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3655-793C-72A9-443A-E175AF9A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6312-B395-1E6D-CFF8-1C6F660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12E6-0FFC-49E4-0F38-DED57FAE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8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FC0E-FC1A-C2D0-8FEB-64657FFF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5F763-90F2-39A8-2AAE-05FCE947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61AE-F2A9-D839-3BB9-48BB8CCB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7FA-A1C0-2F3A-1E67-BAF8B668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406D0-1D10-0811-B876-D8EEEFA8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A55E0-6209-C3EE-5D3C-CE520AB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4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E8D5-6AB0-9BC6-A94B-67005B46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98E4-F951-A9CD-5716-E355CCC8A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BA4B-3171-1C61-02F6-6099AADA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821B-9FA3-978E-1EC6-16B3D2B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3DD7-2719-E202-8375-FCD9B71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804F-AE69-C522-CD09-76AE6077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BF276-0777-D940-5038-8A09CC62C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C296-5D08-8B1E-3786-4A05C665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E149-ACD2-916D-A27F-6168830E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53BD-BA90-78AA-6CF6-5190C3B5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00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51FE8-33DF-722F-C14E-67A0ED21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59B-7CC7-5EE2-39C7-CFBEEC4C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AEC6-2152-E911-3EF5-2E3F07A4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C1A4-0A3C-0A4F-BF2D-025D53818EC9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39E0-29BA-8C8E-9272-DD5F533C4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AF15-F58F-2303-D2AC-6BDF5E8F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391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BFF3C-8A7F-2FC6-FAF4-7CBE9417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AE625-9C32-0DB7-763C-7010C1F4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Catherine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4C0D-6354-8B23-32FC-B0352FC6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860AA98-9B93-F5B0-6900-6413402970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B3942-4F07-2D8F-D630-C15A56B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3C7E-4F61-DFCB-5459-9D55F91D244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E609-B90A-18BE-0DC0-2EC72C7E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7BE2C-282A-D3CF-CFF5-598632AD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1DD7-967D-4676-461C-AA1FE009B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8BD62-5D7E-FD8A-9FA0-99FC4C39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40FEC-C78C-839E-04B9-495C47C1C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ABCCD4-DD37-5EC7-A364-B9297311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F733-FFDB-4B52-7D8D-835FE31E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9A312D-1C84-7C6F-2AD7-6279566A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51E50-DC9F-5A2B-8B3F-B4443640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56" y="264421"/>
            <a:ext cx="3768993" cy="546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9F04D-53D8-3AD5-06C7-6CC674BC1DF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a pet wolf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9FE31-A770-0EFC-F056-AAC6E465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37" y="4116552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31074-F97A-BF09-0763-00B3ECEEE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046" y="3935113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C43C1C-4D10-3BC9-2B50-1F268A352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460" y="3850923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2A3D1-5C12-C451-1932-4A4BDCDE0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507" y="38509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7D8A1F-46C2-D744-5F43-32F9A049B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92" y="3781156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3FF7BF-1F90-562E-6059-427A3153A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92" y="393355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B76-C5D7-A2B9-D3BF-CC8EA49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2FD9C-8585-62FD-C67B-B27BCBD593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ED8E7-E2BB-110D-2E8A-F00BC58E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0DBBA-F25F-5A9D-BCC4-1E52F4F3B4B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Andy</a:t>
            </a:r>
          </a:p>
        </p:txBody>
      </p:sp>
    </p:spTree>
    <p:extLst>
      <p:ext uri="{BB962C8B-B14F-4D97-AF65-F5344CB8AC3E}">
        <p14:creationId xmlns:p14="http://schemas.microsoft.com/office/powerpoint/2010/main" val="25860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D5F-638B-63FA-FFDD-669C594E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77F795-6043-96C5-48D6-DAC1D0C22C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B59C6-31BC-0464-BBB8-86765FD9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2132-BD84-138C-F6F1-48755D30D7E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Andy has </a:t>
            </a:r>
            <a:r>
              <a:rPr lang="en-US" sz="3000" b="1" dirty="0"/>
              <a:t>3</a:t>
            </a:r>
            <a:r>
              <a:rPr lang="en-CN" sz="3000" b="1" dirty="0"/>
              <a:t>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E4FE5B-CF29-EA8A-7608-838B54A7C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621" y="3929117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79D1C1-22BA-5077-0A32-7A9703BFE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760" y="36438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8D015-2951-3F17-78D2-371F90D30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958" y="3754876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A59CB-A902-1BE4-C036-1139006FA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473" y="375839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FE2FA7-6ECF-5AE4-069A-300704DBFE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05DBAC-A53C-3FD0-8866-5A459A749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552" y="266700"/>
            <a:ext cx="5677120" cy="548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2197-E0B7-AF4E-C532-927D534D5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269" y="1249662"/>
            <a:ext cx="2578586" cy="4262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723C-208D-AD47-AF65-57883B8DFED7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Andy and Catherine bumped into each other accidentally  at the corner.</a:t>
            </a:r>
            <a:endParaRPr lang="en-CN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88A3-5C52-1308-B353-AB0325734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920425"/>
            <a:ext cx="3780982" cy="3832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14F5E-06A1-2AD9-3299-7CF5E8C4EF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7604" y="3463045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BFE2E-B89D-8F6F-F591-2BECAFED56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6937414" y="3485376"/>
            <a:ext cx="457200" cy="2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078BE1-5C4E-7A0D-C660-297BD541819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261853" y="3463044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74149-B92C-BEF0-04F4-1FF96EAB46B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033253" y="338605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855B-1EAD-B8AE-33AE-FDEB3DD3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44F53A0-30F3-1D8B-678E-EB61A1ABE1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8A33B-DE1D-EF4E-0844-3852AB03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912" y="281887"/>
            <a:ext cx="5677120" cy="548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5B54E-AB2E-48A1-75EE-33315CC26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182" y="1264849"/>
            <a:ext cx="2578586" cy="4186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DCA2F0-36F6-ADB8-660E-7456AE53C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964" y="3478232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AF46E-1808-E525-E7E7-CBC19DFB88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7095008" y="3525654"/>
            <a:ext cx="457200" cy="224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098639-D195-36E1-70BC-F1A259E5C059}"/>
              </a:ext>
            </a:extLst>
          </p:cNvPr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Oh no! The wolf ate 2 of Andy’s cookie!</a:t>
            </a:r>
            <a:endParaRPr lang="en-CN" sz="6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C12F9-D5D1-57CF-1559-629695D8EF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7942" y="1891509"/>
            <a:ext cx="4454544" cy="381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6C9F66-34EE-163D-D111-7A16ADEA4C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99126-8D00-2A16-2744-2A94437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54C93-9DB3-2FB7-4C56-0768706D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Catherine still has 5 cookies. Andy now has 2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573" y="4002688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DBF9EC-5004-73A0-7CD9-AE6A935BA6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830383" y="4025019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7154822" y="400268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85" y="4291994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63195" y="4314325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634" y="4291993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98429" y="4241810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145" y="4209546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7356" y="4225678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21C3A-5E44-71CF-F81D-5979EC424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5543" y="3899484"/>
            <a:ext cx="2176346" cy="163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7C94-C435-BA3B-BD80-9EEE9938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E227AB-76EB-D277-025A-B7ECC02D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5252" y="0"/>
            <a:ext cx="1228725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CF6B5F-7B0D-0307-A1E0-400790E41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275016-EF78-5B89-3D6D-F33A6BC28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50310-8EA9-E3D9-A8AA-5C54F00C31AF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Please decide whether you would like to move some of Catherine’s cookies.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282AB-FB78-26F6-F411-7479D7787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573" y="4002688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9D4629-F84C-C87B-1163-ABDDB714FA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830383" y="4025019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4FAD1B-4DC9-AC2C-395F-5EDC5454FE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7154822" y="4002687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06A430-FD35-E8E0-F8DC-AFCA61EE0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85" y="4291994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8BD548-0194-C6BA-BFB0-83BB996B28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63195" y="4314325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122269-C9E9-A20E-EB01-CEA644C875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634" y="4291993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D5C6B7-4EEC-0FD8-9D92-4E90C85D5B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98429" y="4241810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046BD4-4828-9F32-5D27-0C9BFAD478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387145" y="4209546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699106-418E-F7B1-7E26-102296616E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7356" y="4225678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46D29E-27EB-20E1-28D3-FBC79ECC9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5543" y="3899484"/>
            <a:ext cx="2176346" cy="163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4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68</Words>
  <Application>Microsoft Macintosh PowerPoint</Application>
  <PresentationFormat>Widescreen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17</cp:revision>
  <dcterms:created xsi:type="dcterms:W3CDTF">2026-05-08T04:29:54Z</dcterms:created>
  <dcterms:modified xsi:type="dcterms:W3CDTF">2026-05-22T04:59:22Z</dcterms:modified>
</cp:coreProperties>
</file>