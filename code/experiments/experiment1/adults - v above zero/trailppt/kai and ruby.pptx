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74" r:id="rId6"/>
    <p:sldId id="277" r:id="rId7"/>
    <p:sldId id="276" r:id="rId8"/>
    <p:sldId id="282" r:id="rId9"/>
    <p:sldId id="281" r:id="rId10"/>
    <p:sldId id="283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684"/>
  </p:normalViewPr>
  <p:slideViewPr>
    <p:cSldViewPr snapToGrid="0">
      <p:cViewPr>
        <p:scale>
          <a:sx n="101" d="100"/>
          <a:sy n="101" d="100"/>
        </p:scale>
        <p:origin x="72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7204D-94FF-4B41-A15A-34D148B68ED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032E9-43AE-A74A-8C1A-74C9EB4BDD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099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5E5B3-6459-06A9-CD37-49FD58A4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B2CFD-9A5D-642A-FB41-0E244129A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2C356-6D69-5C93-CC02-6F9012B9B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A9047-36DE-03FC-F00B-79E099B98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06810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E75D-D87C-E4AF-2C77-6FC0E6BE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D1B02-3305-6266-9422-0118A9007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80C6-BDB7-9EBA-DBEE-19EE04AD1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59E78-E511-670F-C5EE-96E8A6FEA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77442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990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694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809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29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04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031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195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495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846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383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824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FDB4A-8EE4-1645-ADF0-31732329A8FA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225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BE395EB-8A30-D731-043E-C7E690A6B0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6ED46F7-D4CD-04F7-3782-E90379787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Kai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9E97-4D27-B277-E553-3B3339D8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14C4B3-F81A-4D30-94EF-783BE4CE72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9902C0DD-55D7-7130-49F8-CC99743A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2BB21-1A5D-0BEF-81E4-B2D2D1ADB56B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Kai has 5 cookies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8E33A2-60F3-CEFA-B32F-4A9F5B7BB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044" y="4272811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4B04F2-0C75-779B-B8D0-21D2127BD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053" y="4094547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724E03-3565-E016-15D4-D6677E063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467" y="40103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0CB09E-9BC5-ACF4-66E4-330AC62C6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514" y="4007182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6E4DB8-B043-8825-4D94-E4C291B03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499" y="3937415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3DA7C0-DA0D-0FFE-9222-9F0FFF77E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050" y="4089815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8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79A82-ACC3-2CAD-5DD0-486AF29C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2F2CA7-8EB2-55EF-143E-033E21963F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093D1CFB-1E86-AB9B-0683-19B6A857D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61B66-6DAB-D86B-63B5-C917987481B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Ruby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9720-D621-8945-1642-BC095E9C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535937-8484-9139-F85B-D12F80BB2A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A6279D61-C54F-77C1-63A1-4468B62A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62790B-608F-B21B-D5BD-D05789657D8E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Ruby has 3 cookies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C9E344-6C06-DE84-C348-693BD84C1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5251CA-CB15-6E6C-6165-D0AB1416E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35F3B2-00A1-1475-2E35-FF63153EA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540" y="3850924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CA678E-DEA6-67BA-441E-57AF4A617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3320" y="3955345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903284D-A8C7-DB50-A216-409A63D1A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Kai walks without looking at the road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D1AA5B-A820-731D-9520-A95D20704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1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CEF6B4-9E03-A947-B839-AE7517678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411AAC-18BC-BA99-68B6-F1C558E78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970" y="4301905"/>
            <a:ext cx="1027288" cy="3188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AD30558-0EAD-F651-0BA7-22681F296F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979" y="4120466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9C01E8-4412-F8A4-7AF6-1877BD8366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529" y="4036276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B6EA2D-A6A8-BF36-FD95-1F9CC56225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9309" y="414069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89A4984-37F6-A66C-723F-64252FB9A5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Kai walks without looking at the road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357E17-53A2-714F-113C-29BE99627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29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F5D81D-AC6A-68A8-1D3B-ECEBC64AF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086594-2D73-0A75-86B5-262CB2DF7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970" y="4301905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7055CB-677D-DB3D-D2FA-E300C0EB5C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979" y="4120466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8B3108-D7FF-E689-1FEB-BAF5314DC5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529" y="4036276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C2E9DF-7E34-0266-23D4-C81F9404EC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9309" y="414069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D0E4-8B0B-6BF0-DABC-B931EA47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F2484DA-958E-32EF-EA20-EE8E5747F3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ABE184-9AFF-AF6D-B1C2-45D9A8521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8D537C-ACAC-E970-83BE-54648E77962E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Kai bumps into Ruby!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CA70C-5DE4-81C0-CC50-F4FAF839B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516CA8-F70A-C23D-8443-74F398730E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852" y="274110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6DCCD0-2D44-C86B-17F0-E60653760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390F0-496D-DF8E-8B71-E353BF338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0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2079-851D-6947-3044-5844194A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742C73-5A4E-C179-D329-1F848005BA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FA2809-5C90-EC06-B1D4-C521F9B0C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3DE784-B7D8-4982-70A9-DD698DA43AF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Ruby’s cookies fell!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C6642-DC7B-41D5-0BEA-A5FCF8467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028027-C462-4255-1E4B-0AADBD21D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852" y="274110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A3E716-F2A8-4704-C590-2D7C515C5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FC67BA-BA52-E4BE-B5A4-21247794D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86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DBDBB4-C075-B2BE-3360-FED8D9EE7E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2BC4D894-8E5D-0B61-2C1D-DA1BB8538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88" y="525447"/>
            <a:ext cx="3802149" cy="5071349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AA7F390-7291-063F-9B22-465BEF34E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901" y="525447"/>
            <a:ext cx="3859690" cy="5287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Kai still has 5 cookies. Ruby now has 1 cookie.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614580" y="4111573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3D7933-C9E3-7926-FA67-2FAFF96FE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839595" y="5097085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0D7C0E-46BF-4C5F-9041-764798C8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491159" y="4962073"/>
            <a:ext cx="812666" cy="41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E7BD7-387F-DBA3-E475-5DC86C33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C426A9-15FF-53AE-4161-9B9F236901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3E8F717D-C904-4E2F-A850-068365622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88" y="525447"/>
            <a:ext cx="3802149" cy="5071349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14D8DADE-93D9-296B-D107-126AFBACC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901" y="525447"/>
            <a:ext cx="3859690" cy="5287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33DFEA-3C1D-D102-2F2D-EEDB358A0226}"/>
              </a:ext>
            </a:extLst>
          </p:cNvPr>
          <p:cNvSpPr txBox="1"/>
          <p:nvPr/>
        </p:nvSpPr>
        <p:spPr>
          <a:xfrm>
            <a:off x="2239500" y="5596796"/>
            <a:ext cx="8229600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Please decide whether you would like to move some of Kai’s cookies.</a:t>
            </a:r>
            <a:endParaRPr lang="en-C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3730C-9061-4131-DEB7-51939173A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242ED3-6E7D-DA3A-F4A3-C8601CC68F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614580" y="4111573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62385C-9CF7-B00D-F811-A762D72BE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756A0E-36D6-346E-8459-9719A9CB48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20BC4A-06B5-8416-4D62-56068C02A7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7DE945-0082-2827-7450-468A5B3BB9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8C6DBB-B587-81B5-55C9-338A2BBC1AA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7B156A-4FBF-2C1C-8A99-02BE038CF1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1F648B-2902-45B0-7505-D3A40BD26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839595" y="5097085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463BDC-1572-DC5C-DE6D-630C4C2BA0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491159" y="4962073"/>
            <a:ext cx="812666" cy="41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2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71</Words>
  <Application>Microsoft Macintosh PowerPoint</Application>
  <PresentationFormat>Widescreen</PresentationFormat>
  <Paragraphs>14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25</cp:revision>
  <dcterms:created xsi:type="dcterms:W3CDTF">2026-05-04T04:54:08Z</dcterms:created>
  <dcterms:modified xsi:type="dcterms:W3CDTF">2026-05-22T04:36:23Z</dcterms:modified>
</cp:coreProperties>
</file>