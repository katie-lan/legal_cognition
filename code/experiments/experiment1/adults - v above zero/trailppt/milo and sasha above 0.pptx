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0" r:id="rId2"/>
    <p:sldId id="271" r:id="rId3"/>
    <p:sldId id="272" r:id="rId4"/>
    <p:sldId id="273" r:id="rId5"/>
    <p:sldId id="277" r:id="rId6"/>
    <p:sldId id="278" r:id="rId7"/>
    <p:sldId id="279" r:id="rId8"/>
    <p:sldId id="281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12"/>
    <p:restoredTop sz="95422"/>
  </p:normalViewPr>
  <p:slideViewPr>
    <p:cSldViewPr snapToGrid="0">
      <p:cViewPr varScale="1">
        <p:scale>
          <a:sx n="102" d="100"/>
          <a:sy n="102" d="100"/>
        </p:scale>
        <p:origin x="20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13CA06-3532-8149-B1A9-7B7B5D6D50D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905F9-A020-D749-BF7B-817DC1A52C4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2329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E57D-6BA6-E545-E89D-E6B7F10C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0B48E3-3BFA-1DAB-CACC-0B4EF6BA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0B01B-97B6-D494-865E-B2CAC7CA0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61A7D-A009-E3C2-3DF0-DAAEB51DB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17984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4828-8FBC-DE9D-9C99-9A40899DF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CF04B-EE14-EE04-8717-631389848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F909E-EB72-5403-5A7E-33C0DAF77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56F0-736B-B989-30F3-4D5C66383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95565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F459-DBBF-3F8C-2CF9-4BA48DB45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70B83-C145-4770-4DE0-078629A44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23D15-7ECB-B330-1D70-152793690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45552-CE6D-002B-3776-F9A6F2B9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8CBD2-9742-3AB1-D48F-1D0E15958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9671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96EB-9C51-09F6-3130-252636B4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D66E-F13C-F7D6-407E-CBAE285C3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759E7-C274-52AA-A654-FB837994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6C36-67C1-879E-93DB-585D7166C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6C9A1-0C94-4E6D-CCEB-1B4B033B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1165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C7CE2-85DB-FAC4-CD39-9D09F2A9C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CC7B9-4F2E-20C0-177F-F31DBD4C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33C9C-F0BB-8B9D-4161-316E9A9E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7B5F8-6B43-32C2-7DBD-BDC065B7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7B8FC-0612-DAAF-CD22-A1E92E110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30035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D621-9C01-29A2-63A6-D4FCA10F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F404-29C3-8EB6-22A0-03883109A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210C4-2B04-F88F-0F0C-BC10EE0F0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8E091-809D-EE76-B21A-567DFEAE3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EEE47-DE42-1321-E825-22E383004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BFBE2-4385-6620-1DEB-B766780BB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00671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BC809-9FDD-5691-1076-C1AA4BD0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0DAF6-B2AA-B290-15E6-F03524339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E91AF9-1DA9-2804-0818-BD0D2F871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C6FF9-F795-9D22-DA2B-0D912A51E9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80BB8-6F56-67BE-02EE-439FC6E6A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434A0E-0271-F1F1-50B0-5C197DB0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41384E-3FE4-40E0-A89F-DA1321BA5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3CC63-DEE3-C77A-1AB4-0B713400E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414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BDC88-F62F-7A77-6A6E-F4EC8E3A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9C6132-320F-43F0-9874-24C331BBC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5EC13-A8F0-4556-34D9-B647229D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8C51D-B56C-16DE-BC00-06ADFDEB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7166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10F818-0924-6DD2-F65F-5A820937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C6397-B79B-DAAA-516D-00BE50013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8F66A-BEF1-E0CB-1D60-D83638D8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52088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AB7B-E505-2B06-7AA4-0C893CBF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6A40A-4E36-413B-82D5-3BEA66DCF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C8F6D-499D-B677-13CA-FCD24AA59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676D5-FD4D-07BF-3308-2AB7CE474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79ABE-701B-A144-CF28-7A263F530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A38C9-B08A-795E-4590-802BB605A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972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C798-BD72-9A5F-4C13-110E2B11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A109CB-C821-5036-4CBB-16FB9B70BD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18737-A50E-8346-3A7D-CD67CF2BA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FA554-873E-409A-1BC4-4104F345D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80AE6-6340-0508-C6E8-4652ABD7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2B844-6895-54AC-AE7D-08EB45708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1035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06B07-CB0E-A234-B469-6D1317959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7836A7-90BB-5F61-D583-3C350F21B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6CAE6-486E-41A8-9BDF-075F446D8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EBB8-D688-B32F-FFA7-C41A92058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86E08-FD8E-0872-BB55-36D74AC4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9236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DEFE1D-81E8-2168-987E-8BBD6E7CA5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C6BBA-4AB4-2AC7-02A9-467950C08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5A315-DBFF-07B1-E1D2-6ACAFC378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1121E-4C91-BE94-B006-5875FC0B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717CD-57B7-C732-18DC-328F62C38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30734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982928-E139-B9D5-18B4-E6F224FC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A8AD2-5C06-D2E6-B8EA-294D85249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37CC-055B-0510-8226-0C831BB033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19C0D-5777-C491-B994-B7B10B537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637D3-EDB9-B136-100D-0BB2067D76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907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1D1830-6017-CC82-71B1-F5AE4D529D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744EDD64-BD80-D3D6-AC8A-9D8A7A17E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Milo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16C83-3651-6528-5771-DA094C2AD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0BEB876-0DF4-5964-B192-8D0A841516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1577B1E7-2848-7FDE-6A59-36DB42B6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21C95C-E14B-6687-F0A5-058744C38DF5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Milo has 5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3BFB73-0260-8449-7830-9E496D6EC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633" y="4241814"/>
            <a:ext cx="1304201" cy="4048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BA2F2F-787E-DE55-16FA-D02B4F3E2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9487" y="4060375"/>
            <a:ext cx="1337902" cy="6744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141CF-2CE7-F0E8-0199-781971BD7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901" y="3976185"/>
            <a:ext cx="1337902" cy="6744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144247-5C6E-DBC5-6629-038579D4D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48" y="3976185"/>
            <a:ext cx="1337902" cy="6744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FFF628-AD49-E2F1-4296-082C3EBC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8933" y="3906418"/>
            <a:ext cx="1337902" cy="674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FD31A0-1B1C-F8AB-F2A4-00BEA4E9A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1333" y="4058818"/>
            <a:ext cx="1337902" cy="674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02F37-547E-C6E5-6BEB-AECD51A0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6EFC9E-18AB-655E-6032-31DBC2310A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CC2CE0CF-5A09-41A1-0CAB-33782C6A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80D094-F7B7-8717-1B50-12102C22ABD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Sasha</a:t>
            </a:r>
          </a:p>
        </p:txBody>
      </p:sp>
    </p:spTree>
    <p:extLst>
      <p:ext uri="{BB962C8B-B14F-4D97-AF65-F5344CB8AC3E}">
        <p14:creationId xmlns:p14="http://schemas.microsoft.com/office/powerpoint/2010/main" val="40737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533D0-F14A-3F36-B9CC-5E7D3ED7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F563913-8C85-CC74-889F-D2B1FCD532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A464FCAC-5900-4820-4BBE-B9D76AE25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3C2509-1F91-F0E0-7133-D4D65CFC43A8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Sasha has 5 cookies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2C84-C23B-E819-7066-C0B856F67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094" y="4166657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2BB92D-C544-89B6-79D7-197C27406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7103" y="3985218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FBCB19-F1BF-BEC8-3E7C-B4B137D3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5532" y="3901028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43BB2-66D7-CDB2-C722-1AF8AF838F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2564" y="3901028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F59A61-E9A5-E249-DC39-1BDCD3A4F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2564" y="398521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176964-BD66-EAB7-D489-3616A1CBC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6549" y="389006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64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E45E4009-C750-E11C-722E-A5B947AA301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Milo is angry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5C3599-9E87-F801-BF1C-A5BCDB08A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91960" y="89210"/>
            <a:ext cx="3682603" cy="5648387"/>
          </a:xfrm>
          <a:prstGeom prst="rect">
            <a:avLst/>
          </a:prstGeom>
        </p:spPr>
      </p:pic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A2FA7D5D-CB47-6BDA-AD52-DE084A1EEA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16A219-D480-613B-9551-A1EB51B27F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3BBBBF-D087-7082-5575-C114FC738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154FA6-3F4E-F3AC-6729-69B9E8FB8E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873" y="359026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716477-26A5-C400-7113-59A308899B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59026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0C2053-4224-3F19-D094-EA4C14A6C7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674452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F59A61-E9A5-E249-DC39-1BDCD3A4F6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890" y="361218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7C20-83CD-CCD8-0931-0646C535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83FF42-C2EE-B225-B835-659FAE6BF8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E1374A-6809-8D6C-B752-7AE03218C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9E85F3-6BE9-25D6-D575-EE0C4E97711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He walks over</a:t>
            </a:r>
            <a:endParaRPr lang="en-CN" sz="3000" b="1" dirty="0"/>
          </a:p>
        </p:txBody>
      </p:sp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83A05A75-FF4C-C514-403D-B090DEFC7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-6263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5EBA9E-C2D1-43B9-BF3D-7220834FA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3C723A-B8F7-B8F8-1D0F-A6122687CC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8DF232-B3B6-354F-8D4C-D0ECFCA324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873" y="359026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458C42-05E3-FECC-AD9A-1BC4BFBA82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59026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BF96D4-EA59-827E-E6CE-C00565749C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674452"/>
            <a:ext cx="1053833" cy="53125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95F0DFB-7F00-D823-9444-1E6FC3DB40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890" y="361218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FF272-D454-5976-D061-0808C4104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96AD039-72EA-F387-6806-51C8788D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97A030-D975-1C16-42A6-536DEDBB4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773" y="-58187"/>
            <a:ext cx="4115035" cy="5639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D5E57A-457B-6752-468F-59ED9FF7D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581075" y="0"/>
            <a:ext cx="5029850" cy="59326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AF3F1A-66A0-B6A4-6BD5-A9D971495299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/>
              <a:t>And hit 2 of Sasha’s cookies!</a:t>
            </a:r>
            <a:endParaRPr lang="en-CN" sz="3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22F998-5D2C-7772-536C-080FC95BAE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91D95E-CA2C-2281-28E6-9076D051E0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689C91-96CE-6D40-A2A6-B7D5F66518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178" y="367445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1F17A2-233B-DFD5-2FAC-DB4552E0CA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46092">
            <a:off x="6873038" y="332463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F5B3AE-F336-9F79-B420-6C1081D4D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41334">
            <a:off x="7232968" y="3677578"/>
            <a:ext cx="1053833" cy="53125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3D11ED-C407-27CA-22FB-0C3FB0A2A4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890" y="361218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11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5558EB-AC0A-D28E-925E-BC5FA1D2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Sasha.png">
            <a:extLst>
              <a:ext uri="{FF2B5EF4-FFF2-40B4-BE49-F238E27FC236}">
                <a16:creationId xmlns:a16="http://schemas.microsoft.com/office/drawing/2014/main" id="{BCA58B08-CF64-7A50-C3DB-C5D8D299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063" y="707206"/>
            <a:ext cx="3746126" cy="4889590"/>
          </a:xfrm>
          <a:prstGeom prst="rect">
            <a:avLst/>
          </a:prstGeom>
        </p:spPr>
      </p:pic>
      <p:pic>
        <p:nvPicPr>
          <p:cNvPr id="4" name="Picture 3" descr="Milo.png">
            <a:extLst>
              <a:ext uri="{FF2B5EF4-FFF2-40B4-BE49-F238E27FC236}">
                <a16:creationId xmlns:a16="http://schemas.microsoft.com/office/drawing/2014/main" id="{A6B494FA-B845-081A-E6E9-C3429EF3D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4811" y="465115"/>
            <a:ext cx="4251158" cy="53698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Milo still has 5 cookies. Sasha now has 3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01530-D7A5-C9EE-83E5-FB5746D3FC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34731" y="4123901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49349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31002" y="4052955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E7AADB-9B2D-5F9B-76FC-496055F085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11485" y="4119190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2F59A61-E9A5-E249-DC39-1BDCD3A4F6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4589" y="387057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42</Words>
  <Application>Microsoft Macintosh PowerPoint</Application>
  <PresentationFormat>Widescreen</PresentationFormat>
  <Paragraphs>11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25</cp:revision>
  <dcterms:created xsi:type="dcterms:W3CDTF">2026-05-04T06:00:58Z</dcterms:created>
  <dcterms:modified xsi:type="dcterms:W3CDTF">2026-05-30T05:19:33Z</dcterms:modified>
</cp:coreProperties>
</file>