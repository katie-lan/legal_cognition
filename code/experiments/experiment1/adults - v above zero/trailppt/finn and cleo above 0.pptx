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9" r:id="rId2"/>
    <p:sldId id="270" r:id="rId3"/>
    <p:sldId id="272" r:id="rId4"/>
    <p:sldId id="271" r:id="rId5"/>
    <p:sldId id="259" r:id="rId6"/>
    <p:sldId id="273" r:id="rId7"/>
    <p:sldId id="274" r:id="rId8"/>
    <p:sldId id="279" r:id="rId9"/>
    <p:sldId id="278" r:id="rId10"/>
    <p:sldId id="280" r:id="rId11"/>
    <p:sldId id="281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433"/>
    <p:restoredTop sz="94635"/>
  </p:normalViewPr>
  <p:slideViewPr>
    <p:cSldViewPr snapToGrid="0">
      <p:cViewPr varScale="1">
        <p:scale>
          <a:sx n="101" d="100"/>
          <a:sy n="101" d="100"/>
        </p:scale>
        <p:origin x="200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E2C952-A3D1-EF4D-816B-FB11FD81CAE9}" type="datetimeFigureOut">
              <a:rPr lang="en-CN" smtClean="0"/>
              <a:t>2026/5/29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959BB0-A918-7B4A-B40D-BFA213C9257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59721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760335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E8501-98C5-9F61-78FF-BF15366A1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9AD1B5-C076-3DE9-5B44-17BDC19C64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074EA1-9E66-EF93-A2FC-13EA4D5000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4959E0-593F-14A6-3E0C-5654FD2B30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472311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D3F6D-4249-51CD-E726-E8DA71D85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0FF3C7-D0AF-CC6F-D6AB-CB1D8CB656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4821CF-016A-055A-0936-A6270E7164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3E5C7C-A368-4C81-2272-466EE5D165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7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091980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1E808-6F37-E195-38B2-D2BDA8813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DFE558-77A4-6C0D-8585-FBA8AFE3E5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DF4CA2-C935-2B52-6424-AEFC61C3E1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3ABC7E-A71A-B05B-2015-8BB049CBE5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8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055483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EC3E1-1769-6F5B-F162-EF968FADB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896E92-8878-00C1-80A5-C7F38D0CDA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8E835F-86BF-8AB2-CD32-ABEA64FB62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6F9B17-DC2D-A296-56C9-9DC5DB44E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9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65050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E4EDF-9D16-9895-FCF9-E6F4D7944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81C196-2EDB-72F3-A98E-E7C1772456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6B798F-6A33-A3C2-FB51-683A6DA181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DBF926-E350-5712-57E6-BE47EB5E50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10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567549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95870-5D5E-704D-C7E9-05DA9B8720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811A8-AEC6-9A95-FF28-C0216AA770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E81B68-CDCF-72E9-CD5E-57502E19D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56D6-01FA-6542-9E97-3B07E95D8CD7}" type="datetimeFigureOut">
              <a:rPr lang="en-CN" smtClean="0"/>
              <a:t>2026/5/29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1EC48-F602-2B16-036D-C6A30AA70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1E11A-3AD2-55B3-CAA1-C87A50A05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83970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91B70-F360-6E05-724D-DDCB2EB56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CDCEC-DA1B-75AC-7172-EFDDC7E88A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C24861-5994-A952-2B50-81DFE3BDF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56D6-01FA-6542-9E97-3B07E95D8CD7}" type="datetimeFigureOut">
              <a:rPr lang="en-CN" smtClean="0"/>
              <a:t>2026/5/29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8740D-CC59-8627-9F37-04235DC0E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D86D53-43E2-C568-0A0B-10E8B3082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84329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072A6-CB0A-3595-5F6F-4D15B7C45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B1EC1E-4577-BA68-410D-2CC5A940CF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DBFAC-024D-25BC-4260-2A3D7CDA5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56D6-01FA-6542-9E97-3B07E95D8CD7}" type="datetimeFigureOut">
              <a:rPr lang="en-CN" smtClean="0"/>
              <a:t>2026/5/29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BDEDF9-0725-8169-F0B0-3E53984FA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6BC3EA-4865-0D08-D29F-C06BC0390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96501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0DE0B-4AA8-9194-8363-52E73858F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3BEDF-769B-FD45-ABAC-5180DEFDA7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B6A99E-6486-4A2C-F291-0955282ED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52FC3F-FEAB-8C4F-0F57-D1E9CE262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56D6-01FA-6542-9E97-3B07E95D8CD7}" type="datetimeFigureOut">
              <a:rPr lang="en-CN" smtClean="0"/>
              <a:t>2026/5/29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27CC6D-68C8-F863-E1EE-1581F4C63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4E63CC-7B69-32FD-4D44-582CA38B8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68219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6C44C-928D-6CFB-9221-E3045C0A2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44E472-98D5-2DD9-A379-F59BBF2156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552C9F-CB6A-DA83-234A-1AC4DBC753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F27C5F-5A96-5CDA-D45A-E5CE662B15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E70608-616B-FA99-CCE2-15C47E2738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2A4DE7-1C7D-1BA4-AEFB-D1199DFD2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56D6-01FA-6542-9E97-3B07E95D8CD7}" type="datetimeFigureOut">
              <a:rPr lang="en-CN" smtClean="0"/>
              <a:t>2026/5/29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61C7DA-FFC4-7DB0-CDA4-D87ACAED7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18D5BE-9203-42B1-FCD1-BA504D274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437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D487A-D67F-1550-FE2E-6048FF428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EC553A-4712-9071-46B1-03AC2DE3A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56D6-01FA-6542-9E97-3B07E95D8CD7}" type="datetimeFigureOut">
              <a:rPr lang="en-CN" smtClean="0"/>
              <a:t>2026/5/29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2FC68D-67C6-3A8B-7D81-3C403CF66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30BCB8-F0E6-1E2F-D23F-AA2ABDA0C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23020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2B4455-AD96-2D08-0423-58DD96A27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56D6-01FA-6542-9E97-3B07E95D8CD7}" type="datetimeFigureOut">
              <a:rPr lang="en-CN" smtClean="0"/>
              <a:t>2026/5/29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E9A3BD-EEB2-A874-A74E-5D00D31C9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4070A6-EA38-0C18-D61C-EDB967D85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30400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1046F-4808-4847-F549-234463FED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F572A-0979-C07F-B79C-7563BA7366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9DE6BB-46B2-D3AE-C7B4-47FE7D9874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F1C217-159C-B500-5E5A-28965ADA3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56D6-01FA-6542-9E97-3B07E95D8CD7}" type="datetimeFigureOut">
              <a:rPr lang="en-CN" smtClean="0"/>
              <a:t>2026/5/29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BC3053-3EB3-8F87-6BB4-3D7696A20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681A8A-D0E2-F4D2-B2E4-C8C3C60F3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69263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C9BB8-A74A-4478-4B98-D6BF5DCB1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82EFC3-A23B-6A5F-02B8-5CD6F28A52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C003A3-DDC5-981C-F1B1-5CEB15BE94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B36AA1-E751-AEA8-AB48-CF3AFEC1D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56D6-01FA-6542-9E97-3B07E95D8CD7}" type="datetimeFigureOut">
              <a:rPr lang="en-CN" smtClean="0"/>
              <a:t>2026/5/29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51A6B7-32F0-061D-9D73-F0F9CE2BC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52EA71-ABBE-A975-E092-B5C7E5133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24490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74EDD-2F34-BAB5-FDF4-2054A37CA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8EB009-F71C-46A6-6EEA-0E093F9F7A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46CE66-B83C-3BA5-5C4C-DF75FE6A2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56D6-01FA-6542-9E97-3B07E95D8CD7}" type="datetimeFigureOut">
              <a:rPr lang="en-CN" smtClean="0"/>
              <a:t>2026/5/29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B9508-7932-C297-D23C-3889F847D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F0ED57-4C1C-6655-21E6-D258C919C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35782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5DD1CF-DD57-54FC-0EEC-7C6B765A8A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0941A1-A482-5C8E-D3C7-D6957CD13D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0250C8-2604-0DAC-5E52-B6A8A9C16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56D6-01FA-6542-9E97-3B07E95D8CD7}" type="datetimeFigureOut">
              <a:rPr lang="en-CN" smtClean="0"/>
              <a:t>2026/5/29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790E1C-ECFE-8F0E-1BB1-F4E89CB3A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F879DA-B1CE-68A4-6D33-2E1956806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52073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6CEB68-D4C0-1594-E471-97D6D501A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126CEB-C8F7-9FC0-1491-13DD84DFC2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61773-03F1-C669-E49C-7CC5C7612E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C956D6-01FA-6542-9E97-3B07E95D8CD7}" type="datetimeFigureOut">
              <a:rPr lang="en-CN" smtClean="0"/>
              <a:t>2026/5/29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85406F-3746-4674-2E24-27E32C4799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33A55-8BB5-058C-E0D9-8A33E7D03A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0834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0F2B4-9D12-0DB9-A710-D57E0BD23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1EA4300-FC54-2E79-8C91-53F55292496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20025"/>
          <a:stretch>
            <a:fillRect/>
          </a:stretch>
        </p:blipFill>
        <p:spPr>
          <a:xfrm>
            <a:off x="-114300" y="0"/>
            <a:ext cx="12306300" cy="69134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4D4881A-E1E2-BEEC-88A6-81B796C60C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833" y="113681"/>
            <a:ext cx="4134273" cy="56654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3AA2AD-3468-424C-3998-06E3BA272631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This is Finn</a:t>
            </a:r>
          </a:p>
        </p:txBody>
      </p:sp>
    </p:spTree>
    <p:extLst>
      <p:ext uri="{BB962C8B-B14F-4D97-AF65-F5344CB8AC3E}">
        <p14:creationId xmlns:p14="http://schemas.microsoft.com/office/powerpoint/2010/main" val="1912843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EFC81-289B-AD5E-84F6-1DC4E3C9F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B9A5474-F657-238C-C6C0-DE81B5101F0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20025"/>
          <a:stretch>
            <a:fillRect/>
          </a:stretch>
        </p:blipFill>
        <p:spPr>
          <a:xfrm>
            <a:off x="-114300" y="0"/>
            <a:ext cx="12306300" cy="69134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BAAC576-9748-E4B4-CD62-39759C9AD6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833" y="113681"/>
            <a:ext cx="4134273" cy="56654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90F8AD-05AA-83B1-FEBD-C11A265407A4}"/>
              </a:ext>
            </a:extLst>
          </p:cNvPr>
          <p:cNvSpPr txBox="1"/>
          <p:nvPr/>
        </p:nvSpPr>
        <p:spPr>
          <a:xfrm>
            <a:off x="3192651" y="5734196"/>
            <a:ext cx="5806698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2800" b="1" dirty="0"/>
              <a:t>Finn has </a:t>
            </a:r>
            <a:r>
              <a:rPr lang="en-US" altLang="zh-CN" sz="2800" b="1" dirty="0"/>
              <a:t>5</a:t>
            </a:r>
            <a:r>
              <a:rPr lang="en-CN" sz="2800" b="1" dirty="0"/>
              <a:t> cookies</a:t>
            </a:r>
            <a:endParaRPr lang="en-CN" sz="30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BBE8798-A672-E389-1FFE-F71A5BEC20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8299" y="4078453"/>
            <a:ext cx="1173792" cy="36434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016A545-C50B-2769-D2D6-00747EC711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8522" y="3897014"/>
            <a:ext cx="1204123" cy="6070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796F734-E068-17DA-1A06-F3A7391D7B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6936" y="3812824"/>
            <a:ext cx="1204123" cy="6070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CAE055-2794-CA49-0B73-3423BF4921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3983" y="3812824"/>
            <a:ext cx="1204123" cy="6070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3CBCF00-0095-2C57-D486-81F5532FF3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7968" y="3743057"/>
            <a:ext cx="1204123" cy="6070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D662101-EF39-D6FA-B98F-4F0E2E93D9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0368" y="3895457"/>
            <a:ext cx="1204123" cy="607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049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4A1D7-E61F-EF0E-B2D7-C87215B08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0F0E317-6736-2453-98C2-FDC06DD75F5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20025"/>
          <a:stretch>
            <a:fillRect/>
          </a:stretch>
        </p:blipFill>
        <p:spPr>
          <a:xfrm>
            <a:off x="-114300" y="0"/>
            <a:ext cx="12306300" cy="691341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AA6BE52-AFDB-245B-10C6-E397051133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9947" y="1"/>
            <a:ext cx="3407875" cy="59958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5420A7-016A-0729-45D8-CA2EE21C7D3D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This is Cleo</a:t>
            </a:r>
          </a:p>
        </p:txBody>
      </p:sp>
    </p:spTree>
    <p:extLst>
      <p:ext uri="{BB962C8B-B14F-4D97-AF65-F5344CB8AC3E}">
        <p14:creationId xmlns:p14="http://schemas.microsoft.com/office/powerpoint/2010/main" val="803608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AFB15-36D2-DF7D-4122-ADFEC80B2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72953BE-8C65-226C-6135-FC3D6D5D40D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20025"/>
          <a:stretch>
            <a:fillRect/>
          </a:stretch>
        </p:blipFill>
        <p:spPr>
          <a:xfrm>
            <a:off x="-114300" y="0"/>
            <a:ext cx="12306300" cy="69134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BC7F4BB-2AC6-F6B9-8D65-0AE9011388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9947" y="1"/>
            <a:ext cx="3407875" cy="59958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166BD51-7B61-5921-C007-084AA1B8EA6B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Cleo has </a:t>
            </a:r>
            <a:r>
              <a:rPr lang="en-US" sz="3000" b="1" dirty="0"/>
              <a:t>5</a:t>
            </a:r>
            <a:r>
              <a:rPr lang="en-CN" sz="3000" b="1" dirty="0"/>
              <a:t> cookies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C74D055-A9E2-3962-602B-E2D89EB0C9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9981" y="4116553"/>
            <a:ext cx="1027288" cy="3188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75732E4-EE3F-7AC9-F41F-0B9F2C1A26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3990" y="3935114"/>
            <a:ext cx="1053833" cy="5312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C59BFCF-567F-7DE7-CA12-DD8C8FBEE8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4706" y="3850924"/>
            <a:ext cx="1053833" cy="5312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B36B0A-6D76-5E75-2AF0-45056D341A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9451" y="3850924"/>
            <a:ext cx="1053833" cy="5312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FF8ECC6-D024-A42C-B7A1-E8562BBCA0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1418" y="3953601"/>
            <a:ext cx="1053833" cy="5312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FECCC8B-0C92-6EBF-06CA-D7F6E519A8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0697" y="3841680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682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5F9D6370-7401-CF71-F57F-ACF6CD83806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t="20025"/>
          <a:stretch>
            <a:fillRect/>
          </a:stretch>
        </p:blipFill>
        <p:spPr>
          <a:xfrm>
            <a:off x="-114300" y="0"/>
            <a:ext cx="12306300" cy="691341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315150D-7B36-847D-386B-6BFEDA0BFF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067" y="0"/>
            <a:ext cx="3125078" cy="554011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93FCA58-2302-E826-0386-4DB881D71FA9}"/>
              </a:ext>
            </a:extLst>
          </p:cNvPr>
          <p:cNvSpPr txBox="1"/>
          <p:nvPr/>
        </p:nvSpPr>
        <p:spPr>
          <a:xfrm>
            <a:off x="1981200" y="5737597"/>
            <a:ext cx="82296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Finn spills water</a:t>
            </a:r>
          </a:p>
        </p:txBody>
      </p:sp>
    </p:spTree>
    <p:extLst>
      <p:ext uri="{BB962C8B-B14F-4D97-AF65-F5344CB8AC3E}">
        <p14:creationId xmlns:p14="http://schemas.microsoft.com/office/powerpoint/2010/main" val="2108592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7E704-F0A4-BE7B-718B-635FE81D2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0FABB6D-B9DE-A664-445E-CDB1E2F751B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t="20025"/>
          <a:stretch>
            <a:fillRect/>
          </a:stretch>
        </p:blipFill>
        <p:spPr>
          <a:xfrm>
            <a:off x="-114300" y="0"/>
            <a:ext cx="12306300" cy="691341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53083F1-1314-4BE1-25D5-D842F27D11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2500" y="4549705"/>
            <a:ext cx="3005607" cy="135143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C4AF084-4398-2630-D385-CCF55365FA44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Finn doesn’t clean it up and walked away</a:t>
            </a:r>
            <a:endParaRPr lang="en-CN" sz="3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56862C-A504-9616-8945-1963FEA504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5303" y="0"/>
            <a:ext cx="4049251" cy="5540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061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5AC12-DECF-BA92-24A2-62B0AD60C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68BDFD2-3B18-3E39-F5F0-B169A3444FA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t="20025"/>
          <a:stretch>
            <a:fillRect/>
          </a:stretch>
        </p:blipFill>
        <p:spPr>
          <a:xfrm>
            <a:off x="-114300" y="0"/>
            <a:ext cx="12306300" cy="691341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B52271C-180F-8EB9-B6A6-5A8B564FBE01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Finn doesn’t clean it up and walked away</a:t>
            </a:r>
            <a:endParaRPr lang="en-CN" sz="3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3E3E39-F754-D846-8C33-04FFA03501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2749" y="197486"/>
            <a:ext cx="4049251" cy="554011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CF0E77F-6033-1002-59EE-1205A083D1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2500" y="4549705"/>
            <a:ext cx="3005607" cy="1351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192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682 0.03681 L 0.51589 0.03681 " pathEditMode="relative" ptsTypes="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3E71D-1638-4434-AE96-4DDDBA7F8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B8FB0C39-F048-527A-A57E-24F0E8DDE1F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t="20025"/>
          <a:stretch>
            <a:fillRect/>
          </a:stretch>
        </p:blipFill>
        <p:spPr>
          <a:xfrm>
            <a:off x="-114300" y="0"/>
            <a:ext cx="12306300" cy="691341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09F7929-476A-41AA-A768-930B2F479BA2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Cleo walks in</a:t>
            </a:r>
            <a:endParaRPr lang="en-CN" sz="30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4DA3BE-883B-036A-DA5A-726DF3C1CC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2500" y="4549705"/>
            <a:ext cx="3005607" cy="13514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E16F270-891D-8D92-35BE-9187E96C38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1" y="167007"/>
            <a:ext cx="3583199" cy="57375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20F4B34-A2C1-FF1C-3CAD-BB89E7686A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699" y="3733664"/>
            <a:ext cx="1173792" cy="3643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B88D6DE-43B4-8E13-9365-D68C5B8B02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4922" y="3552225"/>
            <a:ext cx="1204123" cy="60702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5EE07C1-5192-CDB4-566C-158327C51E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3336" y="3468035"/>
            <a:ext cx="1204123" cy="60702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85ECDE4-6A4C-6F71-1EB8-A8E8C60491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00383" y="3468035"/>
            <a:ext cx="1204123" cy="60702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AD068C5-6529-962B-C97D-A3EDAC53D4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4368" y="3398268"/>
            <a:ext cx="1204123" cy="60702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B11CAF7-894B-EE18-9C15-971BD90779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96768" y="3550668"/>
            <a:ext cx="1204123" cy="607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0439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91271-9D2E-A834-E4E8-85BA57F5F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F74D3A16-5546-67F2-596C-F0D36059738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t="20025"/>
          <a:stretch>
            <a:fillRect/>
          </a:stretch>
        </p:blipFill>
        <p:spPr>
          <a:xfrm>
            <a:off x="-114300" y="0"/>
            <a:ext cx="12306300" cy="691341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2757714-3441-EB72-6E83-648846D75873}"/>
              </a:ext>
            </a:extLst>
          </p:cNvPr>
          <p:cNvSpPr txBox="1"/>
          <p:nvPr/>
        </p:nvSpPr>
        <p:spPr>
          <a:xfrm>
            <a:off x="1981200" y="5737597"/>
            <a:ext cx="8229600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N" sz="3200" b="1" dirty="0"/>
              <a:t>Oh no! Cleo slipped on the water!</a:t>
            </a:r>
            <a:endParaRPr lang="en-CN" sz="30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42B95C1-0D36-F7FA-F82A-A61A3CC4F7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2500" y="4549705"/>
            <a:ext cx="3005607" cy="13514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761E0FF-40B2-9C4A-8E97-89E6091B41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8820" y="34979"/>
            <a:ext cx="3464337" cy="57681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BBE8798-A672-E389-1FFE-F71A5BEC20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8062" y="3384828"/>
            <a:ext cx="1689302" cy="5243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016A545-C50B-2769-D2D6-00747EC711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50787" y="3156815"/>
            <a:ext cx="1732952" cy="8736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96F734-E068-17DA-1A06-F3A7391D7B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69201" y="3072625"/>
            <a:ext cx="1732952" cy="8736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5CAE055-2794-CA49-0B73-3423BF49219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36248" y="3072625"/>
            <a:ext cx="1732952" cy="8736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3CBCF00-0095-2C57-D486-81F5532FF3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80233" y="3119357"/>
            <a:ext cx="1501859" cy="75711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D662101-EF39-D6FA-B98F-4F0E2E93D99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32633" y="3155258"/>
            <a:ext cx="1732952" cy="873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296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BDEE7-3180-F4CA-A53B-D717D3271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77432F13-577A-680B-88D7-329C90169EB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t="20025"/>
          <a:stretch>
            <a:fillRect/>
          </a:stretch>
        </p:blipFill>
        <p:spPr>
          <a:xfrm>
            <a:off x="-114300" y="0"/>
            <a:ext cx="12306300" cy="691341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521F872-14BA-AB7A-5912-6405CB218911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2 of Cleo’s cookies fell!</a:t>
            </a:r>
            <a:endParaRPr lang="en-CN" sz="30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2F8E852-6EAC-6AAA-8484-834FD7C007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2500" y="4549705"/>
            <a:ext cx="3005607" cy="13514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3126841-79F2-F47F-4CD8-A7DC31938D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8821" y="39817"/>
            <a:ext cx="3464337" cy="576812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BE05922-00C5-9E61-AEA4-E28980B9F9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9528" y="4815881"/>
            <a:ext cx="1053833" cy="5312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194E4F1-EC29-BEFA-EBF3-6EF0EF398B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4273" y="4982217"/>
            <a:ext cx="1053833" cy="5312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CBEE12-5C82-6241-8C4F-F39248339C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8062" y="3384828"/>
            <a:ext cx="1689302" cy="5243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031090E-B41C-68E3-5B38-8D514DC37D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0787" y="3156815"/>
            <a:ext cx="1732952" cy="8736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A539CC5-D840-1CA8-A58F-2B280A0C09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9201" y="3072625"/>
            <a:ext cx="1732952" cy="8736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9C40EB1-C814-EB0B-745A-72ACCD55C8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6248" y="3072625"/>
            <a:ext cx="1732952" cy="873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0940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B28B9-24AD-CDB0-565D-879EC5185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AFC85BD7-F475-D454-993F-A912059080B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20025"/>
          <a:stretch>
            <a:fillRect/>
          </a:stretch>
        </p:blipFill>
        <p:spPr>
          <a:xfrm>
            <a:off x="-114300" y="0"/>
            <a:ext cx="12306300" cy="691341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8EAE580-1B03-850D-6BC2-E668F4507F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2500" y="4549705"/>
            <a:ext cx="3005607" cy="13514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4B60091-74A9-BE6B-1D55-5ED3890C5F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7736" y="525447"/>
            <a:ext cx="3165364" cy="528724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25A941B-40C9-FF8F-8C15-19B234F8C1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6823" y="664560"/>
            <a:ext cx="3628511" cy="497240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42E65E0-B52A-82C9-123D-92EC37FC1305}"/>
              </a:ext>
            </a:extLst>
          </p:cNvPr>
          <p:cNvSpPr txBox="1"/>
          <p:nvPr/>
        </p:nvSpPr>
        <p:spPr>
          <a:xfrm>
            <a:off x="2239500" y="5596796"/>
            <a:ext cx="8229600" cy="10156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 sz="3000"/>
            </a:pPr>
            <a:r>
              <a:rPr lang="en-US" sz="3000" b="1" dirty="0"/>
              <a:t>Finn still has 5 cookies. Cleo now has 3 cookies.</a:t>
            </a:r>
            <a:endParaRPr lang="en-CN" sz="4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08D075-1486-25A9-8448-027FAD0335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5334" y="4101222"/>
            <a:ext cx="1027288" cy="31887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0DBF9EC-5004-73A0-7CD9-AE6A935BA65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6455144" y="4123558"/>
            <a:ext cx="457200" cy="2240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FC01530-D7A5-C9EE-83E5-FB5746D3FC6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6779583" y="4132757"/>
            <a:ext cx="457200" cy="2240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0B02584-3C5F-29A8-AD6C-8AA904F795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76823" y="4169375"/>
            <a:ext cx="1027288" cy="31887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B0FA563-19FC-D6BA-4512-9CCB6A682BF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2826633" y="4191706"/>
            <a:ext cx="457200" cy="2240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628228D-8977-27A6-CC1E-6DC5FBBB33B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3151072" y="4169374"/>
            <a:ext cx="457200" cy="2240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2DD70C8-84BD-9E94-C483-74DF115F9C3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2961867" y="4119191"/>
            <a:ext cx="457200" cy="22402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628228D-8977-27A6-CC1E-6DC5FBBB33B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3150583" y="4086927"/>
            <a:ext cx="457200" cy="22402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4FBD8AC-684F-E02D-6030-53482B73C59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2730794" y="4103059"/>
            <a:ext cx="457200" cy="2240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4B13351-712F-79C4-AD6D-C4856CCD6C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9528" y="4815881"/>
            <a:ext cx="1053833" cy="5312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A359F8E-0947-1D43-08AD-65DE847A6E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4273" y="4982217"/>
            <a:ext cx="1053833" cy="5312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EB9FD6A-14D3-CADC-B237-1E98E19695E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2061" y="3885358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690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</TotalTime>
  <Words>69</Words>
  <Application>Microsoft Macintosh PowerPoint</Application>
  <PresentationFormat>Widescreen</PresentationFormat>
  <Paragraphs>17</Paragraphs>
  <Slides>11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Katie Lan</dc:creator>
  <cp:lastModifiedBy>Katie Lan</cp:lastModifiedBy>
  <cp:revision>30</cp:revision>
  <dcterms:created xsi:type="dcterms:W3CDTF">2026-05-01T23:56:35Z</dcterms:created>
  <dcterms:modified xsi:type="dcterms:W3CDTF">2026-05-30T05:17:06Z</dcterms:modified>
</cp:coreProperties>
</file>