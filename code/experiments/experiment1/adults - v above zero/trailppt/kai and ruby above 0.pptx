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2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81"/>
    <p:restoredTop sz="94635"/>
  </p:normalViewPr>
  <p:slideViewPr>
    <p:cSldViewPr snapToGrid="0">
      <p:cViewPr varScale="1">
        <p:scale>
          <a:sx n="108" d="100"/>
          <a:sy n="108" d="100"/>
        </p:scale>
        <p:origin x="6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1E75D-D87C-E4AF-2C77-6FC0E6BE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CD1B02-3305-6266-9422-0118A9007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980C6-BDB7-9EBA-DBEE-19EE04AD1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59E78-E511-670F-C5EE-96E8A6FEA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7744243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Kai has 7 cookies.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D1E0D0-3B87-AAEA-845F-F8F03FE3B18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Ruby has 7 cookies.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537" y="4201559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46" y="4023295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960" y="3939105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F46F754-3C9B-ABA0-F279-BA8071A5D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3007" y="3935930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884817B-80A9-4A85-484B-7686D88EC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992" y="3866163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90BA95-1893-A292-FF9F-8DC63F215C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0543" y="4018563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D74BC30-C1FB-E6AF-5CD7-E2D2C8E2B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983" y="3824189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F2E327-9742-2B26-5A9D-56C87B339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2562" y="384679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phone.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9134" y="4010357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3E7FDA-6FD2-CF68-8F79-8CF5E17F5D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81" y="4007182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CFFDE5-ECC4-5D82-AD61-ACCB64D57B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166" y="3937415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4F0A5F-6B26-4ECE-4BC0-0ED5A72A3A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717" y="4089815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4FFD1E-023A-A966-E2A7-A909367CA1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3895441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FC2935-2044-CB9C-AA67-918DB81111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5736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phone.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CE066A-3B6A-84FE-AA7A-2D3C3F41C8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1246D97-CD97-3EC5-BD7A-BF9ED9E77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9134" y="401035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47FC666-9618-2B9D-98B1-FE72AE90C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81" y="4007182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8B9DF-530F-E372-3B8E-A451581FB3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166" y="3937415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6F9A4A8-D731-B470-2BED-B4FDE0F39E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717" y="4089815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67AACA0-9DEC-5B83-22BF-A7767B49AA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3895441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38E81BE-6510-6216-1BD6-FF65F8E4B8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5736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A06D82-D44D-3D4D-7EDC-850350720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BD0D0-AF0A-9C48-998B-7D29B5CB47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5601" y="274595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9C907A-90B3-ECCF-25E4-6B5F3FEC76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015" y="2661769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7BA4C0-16EA-7F75-B4CF-8EFB3915B9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062" y="265859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E48EA73-3D45-B683-B019-AB9049D54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5047" y="2588827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702108-323C-0F3C-7423-75A49349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98" y="274122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D2079-851D-6947-3044-5844194A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742C73-5A4E-C179-D329-1F848005BA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FA2809-5C90-EC06-B1D4-C521F9B0C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F3DE784-B7D8-4982-70A9-DD698DA43AF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fall!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BC6642-DC7B-41D5-0BEA-A5FCF8467E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A3E716-F2A8-4704-C590-2D7C515C5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FC67BA-BA52-E4BE-B5A4-21247794D5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EEC396-1914-F180-AE5D-4F71C7FD6A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088BFF-B1A0-323F-58C2-4A4E93810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5601" y="274595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B1B972-D9C8-4297-0D87-53303903DA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015" y="2661769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0AC7D9-F65B-2406-5E25-7BA07DC3E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062" y="265859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D8752B-B6CA-73AC-9A09-6B542BA75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5047" y="2588827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199300-5F57-3F05-7297-49099AB7A1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98" y="274122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486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9D197A2-FFFC-A6B4-D26D-200D852FCC2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5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2448" y="4133750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62258" y="4156081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86697" y="4133749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97492" y="4083566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86208" y="4051302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66419" y="4067434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236" y="407750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3213656-4204-7BD7-616D-8EAF7F7709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52046" y="4099833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7A7A3-CA7F-A49E-5671-E760A6421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76485" y="4077501"/>
            <a:ext cx="457200" cy="2240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4C05B1-6BB7-D8D5-9812-8A720347316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587280" y="4027318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D520A9-BC98-DE15-B34D-6836375540D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75996" y="3995054"/>
            <a:ext cx="457200" cy="2240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CCD7AD5-9419-1A3C-0895-1A8BBA03BBC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356207" y="4011186"/>
            <a:ext cx="457200" cy="2240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36509" y="3999695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001410" y="3966198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</TotalTime>
  <Words>60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31</cp:revision>
  <dcterms:created xsi:type="dcterms:W3CDTF">2026-05-04T04:54:08Z</dcterms:created>
  <dcterms:modified xsi:type="dcterms:W3CDTF">2026-05-30T05:18:14Z</dcterms:modified>
</cp:coreProperties>
</file>