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77" r:id="rId6"/>
    <p:sldId id="278" r:id="rId7"/>
    <p:sldId id="279" r:id="rId8"/>
    <p:sldId id="281" r:id="rId9"/>
    <p:sldId id="282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12"/>
    <p:restoredTop sz="95389"/>
  </p:normalViewPr>
  <p:slideViewPr>
    <p:cSldViewPr snapToGrid="0">
      <p:cViewPr varScale="1">
        <p:scale>
          <a:sx n="102" d="100"/>
          <a:sy n="102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3CA06-3532-8149-B1A9-7B7B5D6D50D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905F9-A020-D749-BF7B-817DC1A52C4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2329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E57D-6BA6-E545-E89D-E6B7F10C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B48E3-3BFA-1DAB-CACC-0B4EF6BA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0B01B-97B6-D494-865E-B2CAC7CA0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61A7D-A009-E3C2-3DF0-DAAEB51DB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7984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4828-8FBC-DE9D-9C99-9A40899D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CF04B-EE14-EE04-8717-63138984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909E-EB72-5403-5A7E-33C0DAF77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56F0-736B-B989-30F3-4D5C66383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5565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671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116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00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06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143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716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208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72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03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236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073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FF0B3-CA30-7E43-AC99-C263E9572C0D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9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1D1830-6017-CC82-71B1-F5AE4D529D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744EDD64-BD80-D3D6-AC8A-9D8A7A17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Milo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16C83-3651-6528-5771-DA094C2A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D1E89B0-EA4D-8EDD-C972-2980A392AE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1577B1E7-2848-7FDE-6A59-36DB42B6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21C95C-E14B-6687-F0A5-058744C38DF5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Milo has 5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BFB73-0260-8449-7830-9E496D6EC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BA2F2F-787E-DE55-16FA-D02B4F3E2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141CF-2CE7-F0E8-0199-781971BD7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144247-5C6E-DBC5-6629-038579D4D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FF628-AD49-E2F1-4296-082C3EBCF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D31A0-1B1C-F8AB-F2A4-00BEA4E9A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4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2F37-547E-C6E5-6BEB-AECD51A0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6EFC9E-18AB-655E-6032-31DBC231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CC2CE0CF-5A09-41A1-0CAB-33782C6A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0D094-F7B7-8717-1B50-12102C22ABD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Sasha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33D0-F14A-3F36-B9CC-5E7D3ED7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0C98B6C-C8EB-4FCA-FCF1-6B308886A6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A464FCAC-5900-4820-4BBE-B9D76AE25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3C2509-1F91-F0E0-7133-D4D65CFC43A8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has 4 cookies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2C84-C23B-E819-7066-C0B856F67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2BB92D-C544-89B6-79D7-197C27406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BCB19-F1BF-BEC8-3E7C-B4B137D3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419" y="385092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43BB2-66D7-CDB2-C722-1AF8AF838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F59A61-E9A5-E249-DC39-1BDCD3A4F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935113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45E4009-C750-E11C-722E-A5B947AA30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Milo is angry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5C3599-9E87-F801-BF1C-A5BCDB08A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91960" y="89210"/>
            <a:ext cx="3682603" cy="5648387"/>
          </a:xfrm>
          <a:prstGeom prst="rect">
            <a:avLst/>
          </a:prstGeom>
        </p:spPr>
      </p:pic>
      <p:pic>
        <p:nvPicPr>
          <p:cNvPr id="3" name="Picture 2" descr="Sasha.png">
            <a:extLst>
              <a:ext uri="{FF2B5EF4-FFF2-40B4-BE49-F238E27FC236}">
                <a16:creationId xmlns:a16="http://schemas.microsoft.com/office/drawing/2014/main" id="{A2FA7D5D-CB47-6BDA-AD52-DE084A1EE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16A219-D480-613B-9551-A1EB51B27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3BBBBF-D087-7082-5575-C114FC738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154FA6-3F4E-F3AC-6729-69B9E8FB8E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873" y="3590263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716477-26A5-C400-7113-59A308899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05" y="359026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0C2053-4224-3F19-D094-EA4C14A6C7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05" y="3674452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7C20-83CD-CCD8-0931-0646C535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83FF42-C2EE-B225-B835-659FAE6BF8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1374A-6809-8D6C-B752-7AE03218C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70" y="57185"/>
            <a:ext cx="3682603" cy="56301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9E85F3-6BE9-25D6-D575-EE0C4E97711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He walks over</a:t>
            </a:r>
            <a:endParaRPr lang="en-CN" sz="3000" b="1" dirty="0"/>
          </a:p>
        </p:txBody>
      </p:sp>
      <p:pic>
        <p:nvPicPr>
          <p:cNvPr id="3" name="Picture 2" descr="Sasha.png">
            <a:extLst>
              <a:ext uri="{FF2B5EF4-FFF2-40B4-BE49-F238E27FC236}">
                <a16:creationId xmlns:a16="http://schemas.microsoft.com/office/drawing/2014/main" id="{83A05A75-FF4C-C514-403D-B090DEFC7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5EBA9E-C2D1-43B9-BF3D-7220834FA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3C723A-B8F7-B8F8-1D0F-A6122687C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8DF232-B3B6-354F-8D4C-D0ECFCA324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873" y="3590263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458C42-05E3-FECC-AD9A-1BC4BFBA8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05" y="359026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BF96D4-EA59-827E-E6CE-C00565749C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05" y="3674452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5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F272-D454-5976-D061-0808C410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96AD039-72EA-F387-6806-51C8788D49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97A030-D975-1C16-42A6-536DEDBB4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773" y="-58187"/>
            <a:ext cx="4115035" cy="5639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5E57A-457B-6752-468F-59ED9FF7D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81075" y="0"/>
            <a:ext cx="5029850" cy="59326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AF3F1A-66A0-B6A4-6BD5-A9D971495299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And knocked off 2 of Sasha’s cookies!</a:t>
            </a:r>
            <a:endParaRPr lang="en-CN" sz="3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2F998-5D2C-7772-536C-080FC95BA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91D95E-CA2C-2281-28E6-9076D051E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689C91-96CE-6D40-A2A6-B7D5F66518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178" y="3674453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1F17A2-233B-DFD5-2FAC-DB4552E0C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46092">
            <a:off x="6873038" y="332463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F5B3AE-F336-9F79-B420-6C1081D4D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41334">
            <a:off x="7232968" y="367757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1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5558EB-AC0A-D28E-925E-BC5FA1D21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Sasha.png">
            <a:extLst>
              <a:ext uri="{FF2B5EF4-FFF2-40B4-BE49-F238E27FC236}">
                <a16:creationId xmlns:a16="http://schemas.microsoft.com/office/drawing/2014/main" id="{BCA58B08-CF64-7A50-C3DB-C5D8D299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63" y="707206"/>
            <a:ext cx="3746126" cy="4889590"/>
          </a:xfrm>
          <a:prstGeom prst="rect">
            <a:avLst/>
          </a:prstGeom>
        </p:spPr>
      </p:pic>
      <p:pic>
        <p:nvPicPr>
          <p:cNvPr id="4" name="Picture 3" descr="Milo.png">
            <a:extLst>
              <a:ext uri="{FF2B5EF4-FFF2-40B4-BE49-F238E27FC236}">
                <a16:creationId xmlns:a16="http://schemas.microsoft.com/office/drawing/2014/main" id="{A6B494FA-B845-081A-E6E9-C3429EF3D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811" y="465115"/>
            <a:ext cx="4251158" cy="5369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Milo still has 5 cookies. Sasha now has 2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434731" y="4123901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E7AADB-9B2D-5F9B-76FC-496055F085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11485" y="4119190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85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2A6BA-0BF5-DDAA-0D6C-2A534EC1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614861-37D0-B3A4-A9A3-F25F9121F9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Sasha.png">
            <a:extLst>
              <a:ext uri="{FF2B5EF4-FFF2-40B4-BE49-F238E27FC236}">
                <a16:creationId xmlns:a16="http://schemas.microsoft.com/office/drawing/2014/main" id="{278496B1-A85A-4FDC-B026-94C581238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63" y="707206"/>
            <a:ext cx="3746126" cy="4889590"/>
          </a:xfrm>
          <a:prstGeom prst="rect">
            <a:avLst/>
          </a:prstGeom>
        </p:spPr>
      </p:pic>
      <p:pic>
        <p:nvPicPr>
          <p:cNvPr id="4" name="Picture 3" descr="Milo.png">
            <a:extLst>
              <a:ext uri="{FF2B5EF4-FFF2-40B4-BE49-F238E27FC236}">
                <a16:creationId xmlns:a16="http://schemas.microsoft.com/office/drawing/2014/main" id="{2088340E-A773-DBA9-048C-BD0E6ECBA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811" y="465115"/>
            <a:ext cx="4251158" cy="5369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557BED-813C-4820-5F92-F3A2DACF1D1A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Please decide whether you would like to move some of Milo's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0CA11-08EB-4290-B099-B035A832F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564818-2C7A-BC69-F20E-76FB7372E5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434731" y="4123901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B1C339-BDAE-D226-DE8C-C83C793C8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18D060-9D28-FE26-2BA4-4FBF0F25D2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699DDE-E123-BA44-033F-8D95D77341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6AABBF-F060-2409-CD19-6545B44734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CF9984-B50A-3ADB-8592-3F8A19E8B8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E0EF7C9-3BDA-1C0E-E52C-8089BB75DE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FC0FD2-E9A4-9D28-089C-122968A8A3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11485" y="4119190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9EDACA-5337-2D08-E631-49B40B8C72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116D3F-AD18-899D-B9DB-27CC0E213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97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56</Words>
  <Application>Microsoft Macintosh PowerPoint</Application>
  <PresentationFormat>Widescreen</PresentationFormat>
  <Paragraphs>12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22</cp:revision>
  <dcterms:created xsi:type="dcterms:W3CDTF">2026-05-04T06:00:58Z</dcterms:created>
  <dcterms:modified xsi:type="dcterms:W3CDTF">2026-05-22T04:32:21Z</dcterms:modified>
</cp:coreProperties>
</file>