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8" r:id="rId2"/>
    <p:sldId id="270" r:id="rId3"/>
    <p:sldId id="271" r:id="rId4"/>
    <p:sldId id="272" r:id="rId5"/>
    <p:sldId id="273" r:id="rId6"/>
    <p:sldId id="259" r:id="rId7"/>
    <p:sldId id="265" r:id="rId8"/>
    <p:sldId id="267" r:id="rId9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84"/>
    <p:restoredTop sz="94635"/>
  </p:normalViewPr>
  <p:slideViewPr>
    <p:cSldViewPr snapToGrid="0">
      <p:cViewPr>
        <p:scale>
          <a:sx n="94" d="100"/>
          <a:sy n="94" d="100"/>
        </p:scale>
        <p:origin x="1104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71CE71-B844-3747-9000-71B0BC2A0BCC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AB6D23-0398-254E-AC4F-4427B490562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94362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76033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2A572-3BC1-33A9-9AA0-5EB1C1D0D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7684AA-CF88-4568-2A5E-F68411DA09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56168-F27D-E218-9C38-F4F0E88CC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C1A4-0A3C-0A4F-BF2D-025D53818EC9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8D6D7-DB2B-9497-8E7C-19BFB4CE4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3AC52-2517-C57C-19B3-DBB41EC9F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8325-D80D-A749-B270-27DF919CC1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00468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3A028-39C5-1BBF-7ED9-7A89715F4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202B4-7F00-C7A7-2D50-D3775DDCE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A72E2-36B8-6364-29EC-4733F875D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C1A4-0A3C-0A4F-BF2D-025D53818EC9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5BF65-BD7D-FE5A-0EEC-D687D15ED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504BB3-11BF-D8CE-DAA2-9AAB05EE2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8325-D80D-A749-B270-27DF919CC1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9248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D86D8-A741-C4B8-E4E5-0BC5D5FE2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3BF38F-94D6-7078-DCFB-7A01E2424B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DF914-5052-F68D-BEE3-535A23379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C1A4-0A3C-0A4F-BF2D-025D53818EC9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EA26C-DD3A-D45D-6E60-72199A0D1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5437E-BB77-1650-D939-F76FEC062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8325-D80D-A749-B270-27DF919CC1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79888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5A8CA-3EEE-51BF-A19C-E44EC9C10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FB755-4214-70CC-2E3C-926C962FAD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EE6127-C8F5-CEAA-C716-A90878BB49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86AE0E-44C5-BFE2-9193-DD0E5C920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C1A4-0A3C-0A4F-BF2D-025D53818EC9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B512F2-1004-8831-73B5-9BE1A5DDE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B8395F-E7C5-AE52-7003-046BA8B61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8325-D80D-A749-B270-27DF919CC1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02247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2FF5A-0438-81A3-D6D2-EC7912104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00477B-908C-2FE2-66BE-762FC5D56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980A25-F044-6624-F114-C13793D75F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D94245-7980-2AFF-E6CC-FA51F5B960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599B79-EBBF-E068-7F03-272A867AB9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FB74C9-3D95-052D-F91B-A3CC7DFA7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C1A4-0A3C-0A4F-BF2D-025D53818EC9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D8EB58-DEB2-F016-D362-985E08D7D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CC61D0-9618-3944-C5BE-74EF10AAA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8325-D80D-A749-B270-27DF919CC1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54012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151EC-1BF8-6FE0-D3D6-120234A7E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B424D-A5F3-DB26-5600-E120ECC92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C1A4-0A3C-0A4F-BF2D-025D53818EC9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2040D3-E5E3-70ED-C737-9E54CD8AF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D0FC2F-CDBE-D01D-A894-5F9BD8B32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8325-D80D-A749-B270-27DF919CC1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20601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EFB582-C2D1-7CAB-A0AE-27D9C7B8B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C1A4-0A3C-0A4F-BF2D-025D53818EC9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33B50C-3990-C421-855A-192ADA120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E7083A-F8D4-1860-F6BF-92DE8C25F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8325-D80D-A749-B270-27DF919CC1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11387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7ED7F-C265-8C28-8D55-E05BCEBB3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C0B6B-A408-69F4-100B-E46826425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80DDFE-84E0-592F-0AE5-D7CA7224F5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833655-793C-72A9-443A-E175AF9AB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C1A4-0A3C-0A4F-BF2D-025D53818EC9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756312-B395-1E6D-CFF8-1C6F66085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4712E6-0FFC-49E4-0F38-DED57FAE1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8325-D80D-A749-B270-27DF919CC1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83880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BFC0E-FC1A-C2D0-8FEB-64657FFF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A5F763-90F2-39A8-2AAE-05FCE9474A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9761AE-F2A9-D839-3BB9-48BB8CCBC7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8217FA-A1C0-2F3A-1E67-BAF8B6680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C1A4-0A3C-0A4F-BF2D-025D53818EC9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6406D0-1D10-0811-B876-D8EEEFA88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2A55E0-6209-C3EE-5D3C-CE520AB6C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8325-D80D-A749-B270-27DF919CC1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54116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BE8D5-6AB0-9BC6-A94B-67005B463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9098E4-F951-A9CD-5716-E355CCC8A1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DBA4B-3171-1C61-02F6-6099AADAC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C1A4-0A3C-0A4F-BF2D-025D53818EC9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C821B-9FA3-978E-1EC6-16B3D2B15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6D3DD7-2719-E202-8375-FCD9B7181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8325-D80D-A749-B270-27DF919CC1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28211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78804F-AE69-C522-CD09-76AE60779E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9BF276-0777-D940-5038-8A09CC62C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3C296-5D08-8B1E-3786-4A05C6658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C1A4-0A3C-0A4F-BF2D-025D53818EC9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3E149-ACD2-916D-A27F-6168830E9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6453BD-BA90-78AA-6CF6-5190C3B5C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8325-D80D-A749-B270-27DF919CC1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78002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C51FE8-33DF-722F-C14E-67A0ED219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77059B-7CC7-5EE2-39C7-CFBEEC4C46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1AEC6-2152-E911-3EF5-2E3F07A409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A2C1A4-0A3C-0A4F-BF2D-025D53818EC9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639E0-29BA-8C8E-9272-DD5F533C47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90AF15-F58F-2303-D2AC-6BDF5E8F43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738325-D80D-A749-B270-27DF919CC1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43914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0F2B4-9D12-0DB9-A710-D57E0BD23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74BD948-A7A5-7C3F-3C89-FC37A12B5F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952" t="9058" r="23952" b="23007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5BAE625-9C32-0DB7-763C-7010C1F4BA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40"/>
          <a:stretch>
            <a:fillRect/>
          </a:stretch>
        </p:blipFill>
        <p:spPr>
          <a:xfrm>
            <a:off x="4352851" y="246888"/>
            <a:ext cx="3486298" cy="54873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3AA2AD-3468-424C-3998-06E3BA272631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This is Catherine</a:t>
            </a:r>
          </a:p>
        </p:txBody>
      </p:sp>
    </p:spTree>
    <p:extLst>
      <p:ext uri="{BB962C8B-B14F-4D97-AF65-F5344CB8AC3E}">
        <p14:creationId xmlns:p14="http://schemas.microsoft.com/office/powerpoint/2010/main" val="1912843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D4C0D-6354-8B23-32FC-B0352FC64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53824FE-ACEC-8EC5-1972-EF55EA2B50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952" t="9058" r="23952" b="23007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56B3942-4F07-2D8F-D630-C15A56B704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40"/>
          <a:stretch>
            <a:fillRect/>
          </a:stretch>
        </p:blipFill>
        <p:spPr>
          <a:xfrm>
            <a:off x="4352851" y="246888"/>
            <a:ext cx="3486298" cy="54873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703C7E-4F61-DFCB-5459-9D55F91D2446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Catherine has </a:t>
            </a:r>
            <a:r>
              <a:rPr lang="en-US" altLang="zh-CN" sz="3000" b="1" dirty="0"/>
              <a:t>7</a:t>
            </a:r>
            <a:r>
              <a:rPr lang="en-CN" sz="3000" b="1" dirty="0"/>
              <a:t> cookies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35E609-B90A-18BE-0DC0-2EC72C7ED1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9981" y="4116553"/>
            <a:ext cx="1027288" cy="3188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C7BE2C-282A-D3CF-CFF5-598632AD87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3990" y="3935114"/>
            <a:ext cx="1053833" cy="5312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811DD7-967D-4676-461C-AA1FE009BE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404" y="3850924"/>
            <a:ext cx="1053833" cy="5312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A8BD62-5D7E-FD8A-9FA0-99FC4C39E2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9451" y="3850924"/>
            <a:ext cx="1053833" cy="5312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F840FEC-C78C-839E-04B9-495C47C1CC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3436" y="3781157"/>
            <a:ext cx="1053833" cy="5312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7ABCCD4-DD37-5EC7-A364-B929731103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836" y="3933557"/>
            <a:ext cx="1053833" cy="5312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8CF2C61-B339-C5D3-DC93-903B976D87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4250" y="3737989"/>
            <a:ext cx="1053833" cy="5312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D95003C-F841-5E9C-6BA9-8E982A053E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4756" y="3764506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349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7F733-FFDB-4B52-7D8D-835FE31EF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1BCAE509-AFF4-2645-E8BA-0247218D43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952" t="9058" r="23952" b="23007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E051E50-DC9F-5A2B-8B3F-B44436408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0156" y="264421"/>
            <a:ext cx="3768993" cy="54697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09F04D-53D8-3AD5-06C7-6CC674BC1DF6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Catherine has </a:t>
            </a:r>
            <a:r>
              <a:rPr lang="en-US" altLang="zh-CN" sz="3000" b="1" dirty="0"/>
              <a:t>a pet wolf</a:t>
            </a:r>
            <a:endParaRPr lang="en-CN" sz="30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ADB676D-0517-F357-4CE6-D76E6EC7A1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9981" y="4116553"/>
            <a:ext cx="1027288" cy="3188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1F1B869-DD6C-02A6-625D-13CE610130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3990" y="3935114"/>
            <a:ext cx="1053833" cy="5312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0DE74E2-16E8-66A8-BBFC-3A2E3CDDF1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404" y="3850924"/>
            <a:ext cx="1053833" cy="5312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7E315A3-A9BC-82DD-32B0-59503025C6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9451" y="3850924"/>
            <a:ext cx="1053833" cy="5312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D17A03D-3BDD-D93C-3C8E-21AA55EEB1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3436" y="3781157"/>
            <a:ext cx="1053833" cy="5312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AE644A7-FF2B-56FA-F651-A63764B94C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836" y="3933557"/>
            <a:ext cx="1053833" cy="5312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FE4891F-C183-0F73-C732-34895D56E9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4250" y="3737989"/>
            <a:ext cx="1053833" cy="53125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0EFE659-746A-DAAB-66B0-DF59B26513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4756" y="3764506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812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78B76-C5D7-A2B9-D3BF-CC8EA498E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1202D39-01F7-1A7C-720B-DF9EFBC7D4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952" t="9058" r="23952" b="23007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E0ED8E7-E2BB-110D-2E8A-F00BC58EF5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6889" y="246888"/>
            <a:ext cx="3409704" cy="56430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10DBBA-F25F-5A9D-BCC4-1E52F4F3B4B0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This is Andy</a:t>
            </a:r>
          </a:p>
        </p:txBody>
      </p:sp>
    </p:spTree>
    <p:extLst>
      <p:ext uri="{BB962C8B-B14F-4D97-AF65-F5344CB8AC3E}">
        <p14:creationId xmlns:p14="http://schemas.microsoft.com/office/powerpoint/2010/main" val="2586053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11D5F-638B-63FA-FFDD-669C594E2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0FF8C318-9914-53CC-8FCF-1B71DDBFA0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952" t="9058" r="23952" b="23007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E5B59C6-31BC-0464-BBB8-86765FD92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6889" y="246888"/>
            <a:ext cx="3409704" cy="56430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1D2132-BD84-138C-F6F1-48755D30D7ED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Andy has </a:t>
            </a:r>
            <a:r>
              <a:rPr lang="en-US" altLang="zh-CN" sz="3000" b="1" dirty="0"/>
              <a:t>7</a:t>
            </a:r>
            <a:r>
              <a:rPr lang="en-CN" sz="3000" b="1" dirty="0"/>
              <a:t> cookies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19B0B9-6E30-27A8-B41E-3E7274809A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7069" y="3952651"/>
            <a:ext cx="1027288" cy="3188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F3CCC32-F05B-6844-AD05-F35D685867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1078" y="3771212"/>
            <a:ext cx="1053833" cy="5312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1ED00D4-7E99-0A9B-685E-2113105518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9492" y="3687022"/>
            <a:ext cx="1053833" cy="5312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8C91DE2-DBD4-DBDB-CE49-6A862A3DA8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6539" y="3687022"/>
            <a:ext cx="1053833" cy="5312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22E0904-F10A-679F-5F9B-6AC37F772D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0524" y="3617255"/>
            <a:ext cx="1053833" cy="5312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B1C146A-4A70-4C97-E04D-7830C3566C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2924" y="3769655"/>
            <a:ext cx="1053833" cy="5312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AA9BFB0-DEA7-9332-B288-F07865500A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1338" y="3574087"/>
            <a:ext cx="1053833" cy="5312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2A3F249-EAF3-3792-607E-98893A2B54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1844" y="3600604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18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EB80E0D-E8EB-40BB-6016-8F8CF6F402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952" t="9058" r="23952" b="23007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622197-E0B7-AF4E-C532-927D534D50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269" y="1249662"/>
            <a:ext cx="2578586" cy="426212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C4A723C-208D-AD47-AF65-57883B8DFED7}"/>
              </a:ext>
            </a:extLst>
          </p:cNvPr>
          <p:cNvSpPr txBox="1"/>
          <p:nvPr/>
        </p:nvSpPr>
        <p:spPr>
          <a:xfrm>
            <a:off x="1981200" y="5511788"/>
            <a:ext cx="8229600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 sz="3000"/>
            </a:pPr>
            <a:r>
              <a:rPr lang="en-US" sz="3000" b="1" dirty="0"/>
              <a:t>Andy and Catherine bumped into each other accidentally  at the corner</a:t>
            </a:r>
            <a:endParaRPr lang="en-CN" sz="6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2F88A3-5C52-1308-B353-AB03257349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1200" y="1920425"/>
            <a:ext cx="3780982" cy="38326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481A5E-E82B-8F68-996F-66C9F84972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1960" y="3598971"/>
            <a:ext cx="1027288" cy="3188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A42081C-4932-3598-B80F-BF26F79BDF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5969" y="3417532"/>
            <a:ext cx="1053833" cy="5312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D66AF7A-0729-4BC9-5D55-AEA36B625C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4383" y="3333342"/>
            <a:ext cx="1053833" cy="5312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246DEBF-644E-1B80-5155-85ED4B8A0D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1430" y="3333342"/>
            <a:ext cx="1053833" cy="5312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66905EA-C49C-24ED-7CA3-EC0ADA8E62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5415" y="3263575"/>
            <a:ext cx="1053833" cy="5312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F558634-C3AA-2CF0-34BC-17A90592DE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37815" y="3415975"/>
            <a:ext cx="1053833" cy="53125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C2A380F-6EED-CAD8-BE41-E59D9C3C0E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6229" y="3220407"/>
            <a:ext cx="1053833" cy="53125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64D282F-DB1B-769F-E047-E16A8A0E00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6735" y="3246924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592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B855B-1EAD-B8AE-33AE-FDEB3DD38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BE4C7D50-FB6E-735D-9DB4-352597D7BB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952" t="9058" r="23952" b="23007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85B54E-AB2E-48A1-75EE-33315CC266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5182" y="1264849"/>
            <a:ext cx="2578586" cy="418697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8098639-D195-36E1-70BC-F1A259E5C059}"/>
              </a:ext>
            </a:extLst>
          </p:cNvPr>
          <p:cNvSpPr txBox="1"/>
          <p:nvPr/>
        </p:nvSpPr>
        <p:spPr>
          <a:xfrm>
            <a:off x="1933574" y="5790618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 sz="3000"/>
            </a:pPr>
            <a:r>
              <a:rPr lang="en-US" sz="3000" b="1" dirty="0"/>
              <a:t>Oh no! The wolf ate 2 of Andy’s cookie!</a:t>
            </a:r>
            <a:endParaRPr lang="en-CN" sz="6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FC12F9-D5D1-57CF-1559-629695D8EF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7942" y="1891509"/>
            <a:ext cx="4454544" cy="38111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C67C0C3-10EE-E3D9-E4DE-4B3AE2715A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1960" y="3598971"/>
            <a:ext cx="1027288" cy="31887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8F96882-EF03-98EE-9DF6-91581306B3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5969" y="3417532"/>
            <a:ext cx="1053833" cy="5312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A57986F-D498-7C44-CEC0-31D1A1A6F1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4383" y="3333342"/>
            <a:ext cx="1053833" cy="53125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C6E3152-ED49-DF5C-CE1B-FC54F6CB03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1430" y="3333342"/>
            <a:ext cx="1053833" cy="53125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98E9ABD-B98F-6354-5D6A-844EACDDD9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5415" y="3263575"/>
            <a:ext cx="1053833" cy="53125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F75CFFA-803F-0DA0-331F-7BAD043C3A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7815" y="3415975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382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B28B9-24AD-CDB0-565D-879EC5185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08D51F1E-5208-8930-7ACF-0658CC647E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952" t="9058" r="23952" b="23007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6C99126-8D00-2A16-2744-2A944375D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573" y="968052"/>
            <a:ext cx="2807457" cy="46463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A254C93-9DB3-2FB7-4C56-0768706DE0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3385" y="1326256"/>
            <a:ext cx="2924317" cy="42544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2E65E0-B52A-82C9-123D-92EC37FC1305}"/>
              </a:ext>
            </a:extLst>
          </p:cNvPr>
          <p:cNvSpPr txBox="1"/>
          <p:nvPr/>
        </p:nvSpPr>
        <p:spPr>
          <a:xfrm>
            <a:off x="2239500" y="5596796"/>
            <a:ext cx="8229600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 sz="3000"/>
            </a:pPr>
            <a:r>
              <a:rPr lang="en-US" sz="3000" b="1" dirty="0"/>
              <a:t>Catherine still has </a:t>
            </a:r>
            <a:r>
              <a:rPr lang="en-US" altLang="zh-CN" sz="3000" b="1" dirty="0"/>
              <a:t>7</a:t>
            </a:r>
            <a:r>
              <a:rPr lang="en-US" sz="3000" b="1" dirty="0"/>
              <a:t> cookies. Andy now has </a:t>
            </a:r>
            <a:r>
              <a:rPr lang="en-US" altLang="zh-CN" sz="3000" b="1" dirty="0"/>
              <a:t>5</a:t>
            </a:r>
            <a:r>
              <a:rPr lang="en-US" sz="3000" b="1" dirty="0"/>
              <a:t> cookies.</a:t>
            </a:r>
            <a:endParaRPr lang="en-CN" sz="4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521C3A-5E44-71CF-F81D-5979EC4240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5543" y="3899484"/>
            <a:ext cx="2176346" cy="16322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B21091-F6FC-EE60-0F64-AD9A6C1B0A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1976" y="4245166"/>
            <a:ext cx="1027288" cy="3188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F70473-49A2-FE35-7577-E3F19E99CF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95985" y="4063727"/>
            <a:ext cx="1053833" cy="5312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6DCC135-BBF7-0096-A655-DF4422E205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4399" y="3979537"/>
            <a:ext cx="1053833" cy="5312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BA69EF-69C1-3C0E-D90F-623276C935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81446" y="3979537"/>
            <a:ext cx="1053833" cy="53125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795A056-78CA-18A4-DC01-27F9BB9EEE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25431" y="3909770"/>
            <a:ext cx="1053833" cy="53125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61D10DC-A6B6-BF81-1829-94A1BC0B8E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77831" y="4062170"/>
            <a:ext cx="1053833" cy="53125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D03C1A9-7F2F-D0AE-B023-C00F9C908C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96245" y="3866602"/>
            <a:ext cx="1053833" cy="53125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BF5B462-202D-BAC8-396B-55CC91A354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6751" y="3893119"/>
            <a:ext cx="1053833" cy="53125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D8D8039-0138-917A-287C-78C4D556AB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7114" y="3996187"/>
            <a:ext cx="1027288" cy="31887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4EA5EA6-6847-9799-5DC3-3DBE6A5EA6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1123" y="3814748"/>
            <a:ext cx="1053833" cy="53125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0116448-94AF-ACEA-55F2-596787FABF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9537" y="3730558"/>
            <a:ext cx="1053833" cy="53125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B688AA2-57D0-92EE-3ADE-EBCF4F09FA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6584" y="3730558"/>
            <a:ext cx="1053833" cy="53125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62DB9A8-98A0-4EFF-24FC-E2BEA2D833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0569" y="3660791"/>
            <a:ext cx="1053833" cy="53125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8A7FDE1-2884-E72F-FCE7-33C332674C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2969" y="3813191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690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2060</TotalTime>
  <Words>54</Words>
  <Application>Microsoft Macintosh PowerPoint</Application>
  <PresentationFormat>Widescreen</PresentationFormat>
  <Paragraphs>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Katie Lan</dc:creator>
  <cp:lastModifiedBy>Katie Lan</cp:lastModifiedBy>
  <cp:revision>18</cp:revision>
  <dcterms:created xsi:type="dcterms:W3CDTF">2026-05-08T04:29:54Z</dcterms:created>
  <dcterms:modified xsi:type="dcterms:W3CDTF">2026-05-26T05:01:58Z</dcterms:modified>
</cp:coreProperties>
</file>