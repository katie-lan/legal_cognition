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71" r:id="rId2"/>
    <p:sldId id="270" r:id="rId3"/>
    <p:sldId id="273" r:id="rId4"/>
    <p:sldId id="272" r:id="rId5"/>
    <p:sldId id="277" r:id="rId6"/>
    <p:sldId id="278" r:id="rId7"/>
    <p:sldId id="281" r:id="rId8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06"/>
    <p:restoredTop sz="94492"/>
  </p:normalViewPr>
  <p:slideViewPr>
    <p:cSldViewPr snapToGrid="0">
      <p:cViewPr varScale="1">
        <p:scale>
          <a:sx n="111" d="100"/>
          <a:sy n="111" d="100"/>
        </p:scale>
        <p:origin x="248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AE1E94-3DBD-F84D-9F2C-CEED7DC02AE8}" type="datetimeFigureOut">
              <a:rPr lang="en-CN" smtClean="0"/>
              <a:t>2026/5/25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F083E9-CCF5-184B-A91E-8703E0A9A98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90960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7B79C-3476-76AC-0DD8-A6C0EE4E5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C91BA7-38C2-F997-D92E-023FC3C40A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A6E537-4EDB-977D-0B8A-3CD72E936F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99CED7-3E3F-71D1-D2E8-68AA11C5B8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959046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1B88B-1F8F-ACB0-9EC5-EE4155C15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399497-3B96-21F5-C5DD-33094070BE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80227F-5F7A-3BF6-E23A-8F30448F36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C2E791-5CE0-9B62-5AE8-85A47DC0F9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10274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7D6A-391A-733D-7146-C47BB54806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A7D1CA-5469-E7BD-4C09-06BAF3FAED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2DDB0-82DE-9823-99C0-47FDF8D9A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2026/5/25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574E4-8799-EEFD-BB57-3C391A4F8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5C81D-87B1-976B-3BD1-D7E6EB131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6528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4EC01-05D3-E4F3-089D-52A95BC3B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E28F-65DE-C88A-14EF-B254BC9F2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76CAA-5EE5-80AE-EEF9-348100D10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2026/5/25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D78E11-EAA8-669C-EDA4-6F8BA7BB9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4CC635-806B-E9DD-9FE6-BDDD7C1EB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32466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B9210-A4D7-1098-C7BF-54C5BA83C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34BE45-8269-507D-BA0F-2784356F8A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5BF526-62F8-D184-327D-E83D32B38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2026/5/25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BC7690-3AE0-852E-B587-C0DB567BB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3FD4D-C796-C917-E4DC-24E0EB06B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3238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B6FD7-5D15-1E44-3008-04B16E653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C6F39-C5AD-90B7-C110-D516F8B9D8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AB8553-EDEE-4372-67E3-3A6E7B4FA8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E66A18-D3A4-C659-5244-50882AE46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2026/5/25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D2F0C9-E4AF-57D7-2209-5EE94957F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08212C-A019-ED64-09EF-71250ECB7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95046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692DD-2F15-D842-AF8C-78B9C6F4C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5883A-7AF3-565F-091C-3CCD34E9E8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6806D8-49DD-8BDC-E96E-60E01922E6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8966E-BFD1-E558-73EE-5ACFA860D7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91C91A-69EF-0128-C8AB-00DAD36331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FBD2C9-4DEF-1298-E73A-5AC055CFB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2026/5/25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443073-9130-1537-3BB5-8CFEB2785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796712-985F-4544-8CE7-0B2772271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61372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9DA46-D65E-8485-88F5-EA610B5D0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D4CF7C-9184-9FE1-2B84-39558258B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2026/5/25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D5862E-9C90-AB28-CE5E-8C6517005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C13E09-6A4F-3BA2-212C-3998EAB25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2087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21EB7E-1816-7253-EA1D-096D206A2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2026/5/25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5B6FDC-8E39-A90F-8FE6-832324C6B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399052-1967-BEA6-AC21-A6D0A7F71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57883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17794-777D-2727-8E9A-812928710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CC44F-7641-96A6-09C6-E167EAB14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59236E-8D54-FA9D-F6B7-43FB8B3A25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2E469E-AA93-D6F4-AE71-1CE1D2A76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2026/5/25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7518F9-C15E-995F-9276-FAAA150CE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B78669-4272-2528-7735-5E66C2CA4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65143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20BB9-1F0B-5D91-DEE5-3AB3AB2C6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5F202C-4DE6-2A56-79A0-3995A98C0B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CBE42D-57A2-178B-571F-FDD5DFE30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9D7C4A-F25F-CB4F-08A9-237693E00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2026/5/25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538DA9-A8E3-4F6D-A2EA-E2D4FD782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D7CE0A-9EE5-174C-0798-E3051FE59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4681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CBC7C-A513-D815-1327-72B466B17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2C8DC6-C8BB-77EC-707D-BD7B96D16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1B05C-043B-322F-4430-DE3DDA8E0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2026/5/25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FFF545-24DE-8FE6-0F13-64A96AB1B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3BD96-2A70-E31A-0591-EB2CFD909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6903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00537D-D588-6A23-344C-773BB1AD77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C658D6-BAB6-21CB-B935-3306F3170C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30C506-33D5-E35A-7458-7C89DD20C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2026/5/25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5B2ED-5ABB-0BF7-4F44-551AEE203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8313E-0EBE-6C0B-26DC-F87C53FAF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04274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020A56-B924-6961-72F2-AA95B8266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8753A0-6380-B53E-80B2-FDA7E58662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D4E82-71AE-D17B-9CC4-1EC433C939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0AC514-00C7-554D-9581-DF80ECB5DFB1}" type="datetimeFigureOut">
              <a:rPr lang="en-CN" smtClean="0"/>
              <a:t>2026/5/25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708FC3-E754-39AF-DDD5-5D2216B73E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2B122-0432-25F7-9FF7-01D9C59D7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87561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B3BFE-0BBF-8AFA-E664-CDB652A92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177E4A3-218C-D41F-9A6B-B0A8CD4CB7D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8270BF7-31FD-55EA-5D3B-4EBF93D5A9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1692" y="647236"/>
            <a:ext cx="4251158" cy="53639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C18FE6-390C-89F1-2A09-655EA1EAA9A4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This is Zoe</a:t>
            </a:r>
          </a:p>
        </p:txBody>
      </p:sp>
    </p:spTree>
    <p:extLst>
      <p:ext uri="{BB962C8B-B14F-4D97-AF65-F5344CB8AC3E}">
        <p14:creationId xmlns:p14="http://schemas.microsoft.com/office/powerpoint/2010/main" val="3110232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0F2B4-9D12-0DB9-A710-D57E0BD23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384BF9C-3490-CE71-862E-7EEF839FF52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465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1587A44-D745-8165-DCAB-47D27CB67B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1692" y="647236"/>
            <a:ext cx="4251158" cy="53639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3AA2AD-3468-424C-3998-06E3BA272631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Zoe has 7 cookies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85E7D1-7924-6A00-25D3-D0A9AEE531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4607" y="4266090"/>
            <a:ext cx="1027288" cy="3188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27308C-A930-6932-3C49-6457E1EA5A8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444417" y="4288421"/>
            <a:ext cx="457200" cy="224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E1141A-21B7-A022-28D9-932C95EE58C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768856" y="4266089"/>
            <a:ext cx="457200" cy="2240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A5BB6C9-7607-1DF8-7473-D71B07F20A0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579651" y="4215906"/>
            <a:ext cx="457200" cy="2240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C7610B-15DD-CDB0-AF27-0792179C97E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768367" y="4183642"/>
            <a:ext cx="457200" cy="2240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8714CCF-70F7-72B5-5891-CE7F96EFA22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348578" y="4199774"/>
            <a:ext cx="457200" cy="2240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CC94244-3668-7D94-032E-9791B9C4C65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465948" y="4120919"/>
            <a:ext cx="457200" cy="2240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CB7BBA9-CED8-4F48-9E41-5B58AA9ADE6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630676" y="4087761"/>
            <a:ext cx="457200" cy="2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843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A8B7D-0693-AE95-0137-07EEBAAD9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AFCD29-C7A7-30BC-E752-1F858B49314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pic>
        <p:nvPicPr>
          <p:cNvPr id="3" name="Picture 2" descr="rex.png">
            <a:extLst>
              <a:ext uri="{FF2B5EF4-FFF2-40B4-BE49-F238E27FC236}">
                <a16:creationId xmlns:a16="http://schemas.microsoft.com/office/drawing/2014/main" id="{6DF2B43A-8284-8314-7834-EB98E4557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6422" y="392428"/>
            <a:ext cx="4101698" cy="56187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576ECA-652D-9098-0B6D-0DFF90550810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This is Rex</a:t>
            </a:r>
          </a:p>
        </p:txBody>
      </p:sp>
    </p:spTree>
    <p:extLst>
      <p:ext uri="{BB962C8B-B14F-4D97-AF65-F5344CB8AC3E}">
        <p14:creationId xmlns:p14="http://schemas.microsoft.com/office/powerpoint/2010/main" val="428895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9E1B7-53EE-6C36-6ECC-C2457D8BB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C98AC11-C37A-EB98-6D51-2F409D2DCD1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pic>
        <p:nvPicPr>
          <p:cNvPr id="3" name="Picture 2" descr="rex.png">
            <a:extLst>
              <a:ext uri="{FF2B5EF4-FFF2-40B4-BE49-F238E27FC236}">
                <a16:creationId xmlns:a16="http://schemas.microsoft.com/office/drawing/2014/main" id="{7D1DCF84-9EC4-1BB1-EC23-218D276E8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6422" y="392428"/>
            <a:ext cx="4101698" cy="56187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658770-2B8C-30CB-D54E-43D3754B2206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Rex has 7 cookies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1509AA-6007-B9C7-EB1D-16D6230D93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4607" y="4266090"/>
            <a:ext cx="1027288" cy="3188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3AC9F1B-991C-517F-EB4D-554704E498C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444417" y="4288421"/>
            <a:ext cx="457200" cy="2240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0ADDEA4-EB5E-96A8-3A60-D6CEE9BEE25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768856" y="4266089"/>
            <a:ext cx="457200" cy="2240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B237A71-31C7-D709-0985-D0C113E08F2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579651" y="4215906"/>
            <a:ext cx="457200" cy="2240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DC4876B-2D01-08A4-9D37-3D09F0ADBB7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768367" y="4183642"/>
            <a:ext cx="457200" cy="2240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51CDF38-8005-8B70-5BDC-B3030CFE86F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348578" y="4199774"/>
            <a:ext cx="457200" cy="2240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167101F-56AD-0E43-9A8A-DD45D46E389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465948" y="4120919"/>
            <a:ext cx="457200" cy="2240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9CE9C9D-D9FE-AE3E-70B7-9BEBD77AAE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630676" y="4087761"/>
            <a:ext cx="457200" cy="2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090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4D741-FAC1-00B3-5707-86328EB31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3B35CC28-960A-120E-6ABF-132FD4359F3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4653"/>
          </a:xfrm>
          <a:prstGeom prst="rect">
            <a:avLst/>
          </a:prstGeom>
        </p:spPr>
      </p:pic>
      <p:pic>
        <p:nvPicPr>
          <p:cNvPr id="8" name="Picture 7" descr="rex.png">
            <a:extLst>
              <a:ext uri="{FF2B5EF4-FFF2-40B4-BE49-F238E27FC236}">
                <a16:creationId xmlns:a16="http://schemas.microsoft.com/office/drawing/2014/main" id="{6A5460A4-B33A-0F75-45C2-EE9DA85D06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5426" y="219390"/>
            <a:ext cx="4101698" cy="56187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D055E7-8FB8-7A14-C72D-14ADEC50FB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498" y="566405"/>
            <a:ext cx="3464364" cy="527175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BBE0E39-5825-7F72-E5CE-142162B11CCF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Zoe wants Rex to have fewer cookies</a:t>
            </a:r>
            <a:endParaRPr lang="en-CN" sz="30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8C2F78D-D7EE-CB28-2C6E-D34C1063DA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2680" y="4138765"/>
            <a:ext cx="1027288" cy="31887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15897A2-A0BE-262A-32A1-B7592EC4B82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8252490" y="4161096"/>
            <a:ext cx="457200" cy="2240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289CE7C-F405-958F-AA16-1373DE11004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8576929" y="4138764"/>
            <a:ext cx="457200" cy="2240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327A1E5-68E5-DE20-97AB-302F401C8CB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8387724" y="4088581"/>
            <a:ext cx="457200" cy="2240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8410012-2025-50FE-11F5-96841FF3BDE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8576440" y="4056317"/>
            <a:ext cx="457200" cy="2240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885C85A-7729-53A1-C37F-B2393914130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8156651" y="4072449"/>
            <a:ext cx="457200" cy="2240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2256101-3973-64FE-A019-5449BA5D6E9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8274021" y="3993594"/>
            <a:ext cx="457200" cy="2240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D0991F9-C049-D839-5111-5768FD3B5A0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8438749" y="3960436"/>
            <a:ext cx="457200" cy="2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881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CFC63-A4F8-84E5-AF29-6C0C28088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90270E0-A249-7732-F45F-DBD78E4A1AD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465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89EDF01-CA0C-32D5-D78F-A0694A6D2A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9748" y="0"/>
            <a:ext cx="4469350" cy="56258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439A75D-F1A0-56FA-D3DF-AC3A425734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5411" y="212265"/>
            <a:ext cx="4101727" cy="562589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E59DBC9-D858-1FA9-B3D8-62F93050FFE0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Oh no! Zoe throws 2 of Rex’s cookies!</a:t>
            </a:r>
            <a:endParaRPr lang="en-CN" sz="3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27BAAF-9555-7691-7BF3-27A6819AE9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963088">
            <a:off x="6895909" y="2759582"/>
            <a:ext cx="1053833" cy="5312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23B4092-71EF-27FC-97F4-71AC70333F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881285">
            <a:off x="6773998" y="2416411"/>
            <a:ext cx="1053833" cy="53125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552732B-2141-C75E-999A-A0966BE909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02680" y="4092465"/>
            <a:ext cx="1027288" cy="31887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FF0D321-8980-A078-1423-DC7DD5CA2F6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8252490" y="4114796"/>
            <a:ext cx="457200" cy="22402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594811D-010A-931A-563C-646DA17C5D5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8576929" y="4092464"/>
            <a:ext cx="457200" cy="22402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FBC9044-1D85-6E4E-7FCC-573EF6372BA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8387724" y="4042281"/>
            <a:ext cx="457200" cy="22402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07D0F02-20CF-7CED-7916-8C5CD34F78C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8576440" y="4010017"/>
            <a:ext cx="457200" cy="22402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6E60644-ABB8-D024-2B29-F6307C496DF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8156651" y="4026149"/>
            <a:ext cx="457200" cy="2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327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B28B9-24AD-CDB0-565D-879EC5185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0E9612DD-088F-3546-9C17-FAAE6FD8B0F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pic>
        <p:nvPicPr>
          <p:cNvPr id="22" name="Picture 21" descr="rex.png">
            <a:extLst>
              <a:ext uri="{FF2B5EF4-FFF2-40B4-BE49-F238E27FC236}">
                <a16:creationId xmlns:a16="http://schemas.microsoft.com/office/drawing/2014/main" id="{C8032772-FD7B-B989-224F-447D42D907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0806" y="281532"/>
            <a:ext cx="4101698" cy="561876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2E65E0-B52A-82C9-123D-92EC37FC1305}"/>
              </a:ext>
            </a:extLst>
          </p:cNvPr>
          <p:cNvSpPr txBox="1"/>
          <p:nvPr/>
        </p:nvSpPr>
        <p:spPr>
          <a:xfrm>
            <a:off x="2239500" y="5596796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 sz="3000"/>
            </a:pPr>
            <a:r>
              <a:rPr lang="en-US" sz="3000" b="1" dirty="0"/>
              <a:t>Zoe still has 7 cookies. Rex now has 5 cookies.</a:t>
            </a:r>
            <a:endParaRPr lang="en-CN" sz="44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3722F5C-362B-6509-A530-E7AB2DB14D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2900" y="405646"/>
            <a:ext cx="4251158" cy="53639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7C779D5-0F9C-D914-AB95-01EFEA3DF0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5815" y="4024500"/>
            <a:ext cx="1027288" cy="3188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AE9AEE-68DC-643C-709C-A71498A1577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185625" y="4046831"/>
            <a:ext cx="457200" cy="2240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59C5A89-C9FC-15BB-BFA4-939D0BD37CF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510064" y="4024499"/>
            <a:ext cx="457200" cy="2240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B10609-3B3A-838A-F704-0A698EBD6CE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320859" y="3974316"/>
            <a:ext cx="457200" cy="2240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ACC2AE2-D4C7-709E-7E71-FC924FAF0A4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509575" y="3942052"/>
            <a:ext cx="457200" cy="22402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6840C69-8096-0FED-0325-3CF48B31589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089786" y="3958184"/>
            <a:ext cx="457200" cy="2240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1774AE4-1F34-5D24-5C73-47361C309D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6304720" y="5050421"/>
            <a:ext cx="812666" cy="4113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A1F41F-4326-D91B-F4CA-9147E0E3E8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5956284" y="4915409"/>
            <a:ext cx="812666" cy="41136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F8C5BDC-34B5-52CD-D1CF-9635CD4E11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3800" y="4138765"/>
            <a:ext cx="1027288" cy="31887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19219EA-E40D-69EE-7E46-7A016340793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6643610" y="4161096"/>
            <a:ext cx="457200" cy="22402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0272240-DBD0-3F64-A4F5-9A500246C24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6968049" y="4138764"/>
            <a:ext cx="457200" cy="22402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5BE5D27-6A27-8E24-038E-513C3985756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6778844" y="4088581"/>
            <a:ext cx="457200" cy="22402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8ECBDE11-C84D-F8B3-A7F6-E3EB6A0CCF3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6967560" y="4056317"/>
            <a:ext cx="457200" cy="22402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4B3AAA9-7627-D5B0-1CFC-6F0A2262A61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6547771" y="4072449"/>
            <a:ext cx="457200" cy="22402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B61BCDA2-924C-D4FD-602C-8783290C020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207796" y="3867313"/>
            <a:ext cx="457200" cy="22402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00B8B081-3D09-AE51-A2B7-0CB945C83CA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370103" y="3835049"/>
            <a:ext cx="457200" cy="2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690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3888</TotalTime>
  <Words>45</Words>
  <Application>Microsoft Macintosh PowerPoint</Application>
  <PresentationFormat>Widescreen</PresentationFormat>
  <Paragraphs>9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Katie Lan</dc:creator>
  <cp:lastModifiedBy>Katie Lan</cp:lastModifiedBy>
  <cp:revision>17</cp:revision>
  <dcterms:created xsi:type="dcterms:W3CDTF">2026-05-02T00:02:28Z</dcterms:created>
  <dcterms:modified xsi:type="dcterms:W3CDTF">2026-05-25T22:42:11Z</dcterms:modified>
</cp:coreProperties>
</file>