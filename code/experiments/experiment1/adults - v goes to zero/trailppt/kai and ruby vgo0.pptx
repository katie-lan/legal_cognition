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7" r:id="rId7"/>
    <p:sldId id="284" r:id="rId8"/>
    <p:sldId id="285" r:id="rId9"/>
    <p:sldId id="281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13"/>
    <p:restoredTop sz="94643"/>
  </p:normalViewPr>
  <p:slideViewPr>
    <p:cSldViewPr snapToGrid="0">
      <p:cViewPr varScale="1">
        <p:scale>
          <a:sx n="108" d="100"/>
          <a:sy n="108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7204D-94FF-4B41-A15A-34D148B68ED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32E9-43AE-A74A-8C1A-74C9EB4BDD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09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79EF-AA5C-E4B2-0E37-E6EA1E2A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CA8ED-215E-C3E4-E1A5-5FE9DDC1F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ADED6-A1C7-5177-C375-A69E35AF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6603-5A8F-B258-6B00-2DC22CD12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901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CF3C-7333-9A1F-1FA1-D5CF4E8CA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EE68D-4028-FD66-272F-757852F87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13422-A763-D685-5673-5ABB5E661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26553-927B-11F2-E397-64E800955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392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E395EB-8A30-D731-043E-C7E690A6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6ED46F7-D4CD-04F7-3782-E9037978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Kai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9E97-4D27-B277-E553-3B3339D8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68F7B9-31A5-A9DB-2A50-0E4AB7D66A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902C0DD-55D7-7130-49F8-CC99743A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2BB21-1A5D-0BEF-81E4-B2D2D1ADB56B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Kai has 7 cookies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E33A2-60F3-CEFA-B32F-4A9F5B7B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044" y="4272811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4B04F2-0C75-779B-B8D0-21D2127BD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53" y="409454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24E03-3565-E016-15D4-D6677E06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67" y="40103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CB09E-9BC5-ACF4-66E4-330AC62C6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514" y="400718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4DB8-B043-8825-4D94-E4C291B0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499" y="393741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7C0-DA0D-0FFE-9222-9F0FFF77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50" y="4089815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5ABD6D-6CC1-BFBC-2F91-05E1DFC82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90" y="389544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04B178-D4AB-73D2-5DD2-7A95FAFA1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69" y="39180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9A82-ACC3-2CAD-5DD0-486AF29C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F2CA7-8EB2-55EF-143E-033E21963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093D1CFB-1E86-AB9B-0683-19B6A857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61B66-6DAB-D86B-63B5-C917987481B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Ruby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20-D621-8945-1642-BC095E9C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B49CEC-0751-3FC3-1A8D-3EB037EB32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A6279D61-C54F-77C1-63A1-4468B62A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2790B-608F-B21B-D5BD-D05789657D8E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Ruby </a:t>
            </a:r>
            <a:r>
              <a:rPr lang="en-CN" sz="3200" b="1"/>
              <a:t>has 2 </a:t>
            </a:r>
            <a:r>
              <a:rPr lang="en-CN" sz="3200" b="1" dirty="0"/>
              <a:t>cookies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9B0BD7-5B19-C28C-E795-3D597894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765" y="4176558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B02017-9861-5A88-3120-D8ECB6B38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774" y="3998294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9357-2C91-2287-087C-65C411E36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877" y="3995129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903284D-A8C7-DB50-A216-409A63D1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walks without looking at the road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1AA5B-A820-731D-9520-A95D20704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CEF6B4-9E03-A947-B839-AE7517678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456F92-27B5-E559-920F-11C5180D0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C7FAD-2DFD-6AFD-DF80-8B791F7B7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D85258-ABB0-B7CB-A830-A8F00D3EC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09454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9A4984-37F6-A66C-723F-64252FB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walks without looking at the road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57E17-53A2-714F-113C-29BE99627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5D81D-AC6A-68A8-1D3B-ECEBC64AF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615C62-D9EF-BA95-F4AD-D53DC7739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711" y="4272811"/>
            <a:ext cx="1027288" cy="3188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A99BAE-FE44-BAE7-3AAF-02D52D94BF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720" y="4094547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E1B-1B46-F687-5ADD-44146A39E1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157" y="409454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6E97-4E3B-BC55-A4CA-6EC8E033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FBD259-43D4-46B7-C454-4A1ECE61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79324B-7B89-EC83-6F2D-215307CDE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2785C0-47D4-8417-7D55-9E6C7281C22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Kai bumps into Ruby!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EB908-5572-3414-4EC7-1D1D35631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A17B5-FEB6-E6E9-11D3-02B5F60DD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5CBBF6-13C3-9911-9CE5-7A83102F1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A06D82-D44D-3D4D-7EDC-850350720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3BDD-9FBC-4862-63D9-B2F9AE2B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061FFF-959F-9FF5-9188-8427489DDC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C18361-5131-49FC-9C3D-34F637869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7C9249-EA92-54F0-D772-07D51611CF05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Ruby’s cookies fell!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CD38C-09E0-9CD5-9F5C-C3D104A14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D52CF1-18B6-449F-BB31-CAC858BB6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F47CF7-B8B8-105F-3016-D54B80369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F7B8E0-A119-0889-EBC7-AAA2DFB51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92" y="2924223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0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336CFCF-5311-2BEB-37C5-8D34FD559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2BC4D894-8E5D-0B61-2C1D-DA1BB853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AA7F390-7291-063F-9B22-465BEF34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Kai still has 7 cookies. Ruby now has </a:t>
            </a:r>
            <a:r>
              <a:rPr lang="en-US" altLang="zh-CN" sz="3000" b="1" dirty="0"/>
              <a:t>0</a:t>
            </a:r>
            <a:r>
              <a:rPr lang="en-US" sz="3000" b="1" dirty="0"/>
              <a:t> cookies.</a:t>
            </a:r>
            <a:endParaRPr lang="en-CN" sz="4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A24C78-35C8-C1A9-AEA2-EB747D2A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486" y="4044792"/>
            <a:ext cx="1027288" cy="3188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E37EAB-61A9-F97A-A227-26ECDFF8BA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00884" y="4035320"/>
            <a:ext cx="457200" cy="2240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6C4C88-C28E-5ACF-ABB3-1B603ED532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5785" y="4001823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58</Words>
  <Application>Microsoft Macintosh PowerPoint</Application>
  <PresentationFormat>Widescreen</PresentationFormat>
  <Paragraphs>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32</cp:revision>
  <dcterms:created xsi:type="dcterms:W3CDTF">2026-05-04T04:54:08Z</dcterms:created>
  <dcterms:modified xsi:type="dcterms:W3CDTF">2026-05-26T06:55:21Z</dcterms:modified>
</cp:coreProperties>
</file>