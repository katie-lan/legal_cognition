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70" r:id="rId2"/>
    <p:sldId id="271" r:id="rId3"/>
    <p:sldId id="272" r:id="rId4"/>
    <p:sldId id="273" r:id="rId5"/>
    <p:sldId id="274" r:id="rId6"/>
    <p:sldId id="277" r:id="rId7"/>
    <p:sldId id="284" r:id="rId8"/>
    <p:sldId id="286" r:id="rId9"/>
    <p:sldId id="281" r:id="rId10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144"/>
    <p:restoredTop sz="94635"/>
  </p:normalViewPr>
  <p:slideViewPr>
    <p:cSldViewPr snapToGrid="0">
      <p:cViewPr varScale="1">
        <p:scale>
          <a:sx n="105" d="100"/>
          <a:sy n="105" d="100"/>
        </p:scale>
        <p:origin x="192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37204D-94FF-4B41-A15A-34D148B68ED1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0032E9-43AE-A74A-8C1A-74C9EB4BDD41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400996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E8501-98C5-9F61-78FF-BF15366A1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9AD1B5-C076-3DE9-5B44-17BDC19C64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074EA1-9E66-EF93-A2FC-13EA4D5000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4959E0-593F-14A6-3E0C-5654FD2B30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5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472311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7B79C-3476-76AC-0DD8-A6C0EE4E5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C91BA7-38C2-F997-D92E-023FC3C40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A6E537-4EDB-977D-0B8A-3CD72E936F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99CED7-3E3F-71D1-D2E8-68AA11C5B8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6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959046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179EF-AA5C-E4B2-0E37-E6EA1E2A7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CCA8ED-215E-C3E4-E1A5-5FE9DDC1F2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BADED6-A1C7-5177-C375-A69E35AFAC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286603-5A8F-B258-6B00-2DC22CD12D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7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379014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8FF4D-EE64-EE76-C11A-A62A68CCA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FB892D-C876-1185-24CA-2528B8CE87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2B814B-C221-4D17-EE75-5EAE57925C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CAE95-9459-441C-B742-426F5CAD82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8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609510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80FCF-407B-203F-BD5E-7AE432A706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304F00-41B5-C265-0CF2-0D1EB91D98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4D51CC-61F7-102B-5982-CB8ED20CF9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867420-5A5F-77DC-6ED4-DAD06112B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B49F74-F0D6-C93F-B474-4BB4F0A2F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749904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E58DE-2CC2-90F7-932C-ED578D1EAD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90F155-CD49-FF46-A910-EBE0EF4541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8CDE57-D586-164A-00C2-4D105A594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D6ED3A-7CC7-AB3C-5348-D8D250714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3C04FB-FD51-B1C3-269B-CEF698FD5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869449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B9C9F-DD4E-B823-3C97-E3E4273DE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C908F4-B8F1-6958-8345-4990D7353B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CF32D5-8419-C290-7B57-149CA3698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AFF7A8-675C-6955-3AA7-86B3D95C0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FE4D17-1835-1856-D762-AC8CEB3F6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28095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1FFBD-00BB-BB96-580C-FB69EC7D3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656FD8-26D3-B57A-0B52-C449B29482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AF7001-47B7-9C29-B564-5B6AAA30D5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A553E7-FC40-5060-93EA-BF12C704CE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CFFF26-DE73-46EA-C794-3092CFEB8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865D62-F84F-0DF6-F90A-6FED683A1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362925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FA501-9122-819F-1AC2-D5BAB4927D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029A8C-3341-2A8E-9C19-21500D8B88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136758-6871-837D-F1A0-5D84772A0D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1D8030-D568-AFC2-0042-854FC46F4F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7532BC-4215-EE3C-F65E-44DCC78B11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893C098-5065-669D-FE2E-385BDF5C1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47B35A-C158-5C49-1E8D-110B789C1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BEE09F0-C30C-3AC9-E872-FBF4A28C9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80407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FAC30-3BC3-8C9E-8CA8-0415CF18E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88E65DB-6F23-0067-8402-66CE6F6F1B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97D977-9441-B359-D0CE-9BACB1C40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1656DB-E979-738B-0847-7332167FA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63031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85674C-ED51-41D7-86A5-E161ED0460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9EE67D-3403-1EDD-6EF1-846CACDF7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1582F9-ACE6-30BD-B738-8191A2D25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2019526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32684B-12F3-323D-142B-4DF8B4BBF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B969D0-34A5-37A1-354B-49195179D3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9A5247-2524-8137-B7B5-A5CE6F648A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EB1219-7418-56CF-1D86-63645473B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DEAB6E-6A08-3CCA-50A1-721CB3836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102C54-55C1-F70B-1306-517A31715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144951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0A523-B4A1-B7CD-4C74-48BAEA829A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C7C37A-AF02-C7E4-4A3B-17801E97F2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C72D0D-D4D5-07BE-180C-D7AAE8376C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650CF6-75DC-2B11-24E6-2FD26F7CE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72B1EB-57CC-09D9-7A2E-AD6F637BD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962FE8-4643-794B-86B0-34AA231DC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18464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681EB-B7A7-2F2A-089E-99F33BDED1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4AA95D-A571-AA1E-819B-4BAA0DBB7D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EC448-CC93-F10D-C8FC-BFB6223679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5D6A14-F01C-DAAD-CEB5-47B407E2D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20A623-F028-844E-ADE8-98DC94C82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738356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8E053FD-192D-65BA-6D39-8CDFBE48BF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21EC91-2A7A-435D-3680-951964BBFE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7D0A25-3C42-A769-AEBD-CE5A7D371E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9FFD41-6EB9-CA7A-2FFE-60B8E322D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3E168-1FBA-ADED-DF3C-FEDB04C22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882490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1E93382-66AD-60FE-D8AD-6B9F00C76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CB29AE-0E97-9874-C056-48596C874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CE9EA4-F0C2-BAB8-5959-B33C94BC5D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EFDB4A-8EE4-1645-ADF0-31732329A8FA}" type="datetimeFigureOut">
              <a:rPr lang="en-CN" smtClean="0"/>
              <a:t>2026/5/29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74E6C4-22F5-1E69-4BDB-687DC67A68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7780A8-7096-9474-CA42-9DE3291DCD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B4BD08-D936-8240-A9BE-01FD1B6AEEDE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82259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0F2B4-9D12-0DB9-A710-D57E0BD23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BE395EB-8A30-D731-043E-C7E690A6B09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2" name="Picture 1" descr="kai.png">
            <a:extLst>
              <a:ext uri="{FF2B5EF4-FFF2-40B4-BE49-F238E27FC236}">
                <a16:creationId xmlns:a16="http://schemas.microsoft.com/office/drawing/2014/main" id="{66ED46F7-D4CD-04F7-3782-E903797878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833" y="440128"/>
            <a:ext cx="4066877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3AA2AD-3468-424C-3998-06E3BA272631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Kai</a:t>
            </a:r>
          </a:p>
        </p:txBody>
      </p:sp>
    </p:spTree>
    <p:extLst>
      <p:ext uri="{BB962C8B-B14F-4D97-AF65-F5344CB8AC3E}">
        <p14:creationId xmlns:p14="http://schemas.microsoft.com/office/powerpoint/2010/main" val="1912843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29E97-4D27-B277-E553-3B3339D8A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668F7B9-31A5-A9DB-2A50-0E4AB7D66AA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2" name="Picture 1" descr="kai.png">
            <a:extLst>
              <a:ext uri="{FF2B5EF4-FFF2-40B4-BE49-F238E27FC236}">
                <a16:creationId xmlns:a16="http://schemas.microsoft.com/office/drawing/2014/main" id="{9902C0DD-55D7-7130-49F8-CC99743A2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833" y="440128"/>
            <a:ext cx="4066877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A92BB21-1A5D-0BEF-81E4-B2D2D1ADB56B}"/>
              </a:ext>
            </a:extLst>
          </p:cNvPr>
          <p:cNvSpPr txBox="1"/>
          <p:nvPr/>
        </p:nvSpPr>
        <p:spPr>
          <a:xfrm>
            <a:off x="3192651" y="5734196"/>
            <a:ext cx="5806698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200" b="1" dirty="0"/>
              <a:t>Kai has 7 cookies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88E33A2-60F3-CEFA-B32F-4A9F5B7BB9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044" y="4272811"/>
            <a:ext cx="1027288" cy="3188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B4B04F2-0C75-779B-B8D0-21D2127BD6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5053" y="4094547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F724E03-3565-E016-15D4-D6677E0634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3467" y="4010357"/>
            <a:ext cx="1053833" cy="5312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0CB09E-9BC5-ACF4-66E4-330AC62C6D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514" y="4007182"/>
            <a:ext cx="1053833" cy="5312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56E4DB8-B043-8825-4D94-E4C291B03C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4499" y="3937415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53DA7C0-DA0D-0FFE-9222-9F0FFF77E2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8050" y="4089815"/>
            <a:ext cx="1053833" cy="5312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B5ABD6D-6CC1-BFBC-2F91-05E1DFC829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490" y="3895441"/>
            <a:ext cx="1053833" cy="53125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604B178-D4AB-73D2-5DD2-7A95FAFA15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0069" y="3918050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5848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79A82-ACC3-2CAD-5DD0-486AF29C4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12F2CA7-8EB2-55EF-143E-033E21963F8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3" name="Picture 2" descr="Ruby.png">
            <a:extLst>
              <a:ext uri="{FF2B5EF4-FFF2-40B4-BE49-F238E27FC236}">
                <a16:creationId xmlns:a16="http://schemas.microsoft.com/office/drawing/2014/main" id="{093D1CFB-1E86-AB9B-0683-19B6A857DF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5091" y="440128"/>
            <a:ext cx="4015619" cy="53560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FF61B66-6DAB-D86B-63B5-C917987481BB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Ruby</a:t>
            </a:r>
          </a:p>
        </p:txBody>
      </p:sp>
    </p:spTree>
    <p:extLst>
      <p:ext uri="{BB962C8B-B14F-4D97-AF65-F5344CB8AC3E}">
        <p14:creationId xmlns:p14="http://schemas.microsoft.com/office/powerpoint/2010/main" val="20727983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49720-D621-8945-1642-BC095E9C56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6B49CEC-0751-3FC3-1A8D-3EB037EB32A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3" name="Picture 2" descr="Ruby.png">
            <a:extLst>
              <a:ext uri="{FF2B5EF4-FFF2-40B4-BE49-F238E27FC236}">
                <a16:creationId xmlns:a16="http://schemas.microsoft.com/office/drawing/2014/main" id="{A6279D61-C54F-77C1-63A1-4468B62A2F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5091" y="440128"/>
            <a:ext cx="4015619" cy="53560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962790B-608F-B21B-D5BD-D05789657D8E}"/>
              </a:ext>
            </a:extLst>
          </p:cNvPr>
          <p:cNvSpPr txBox="1"/>
          <p:nvPr/>
        </p:nvSpPr>
        <p:spPr>
          <a:xfrm>
            <a:off x="3192651" y="5734196"/>
            <a:ext cx="5806698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200" b="1" dirty="0"/>
              <a:t>Ruby </a:t>
            </a:r>
            <a:r>
              <a:rPr lang="en-CN" sz="3200" b="1"/>
              <a:t>has 2 </a:t>
            </a:r>
            <a:r>
              <a:rPr lang="en-CN" sz="3200" b="1" dirty="0"/>
              <a:t>cookies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49B0BD7-5B19-C28C-E795-3D59789462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7765" y="4176558"/>
            <a:ext cx="1027288" cy="31887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4B02017-9861-5A88-3120-D8ECB6B38A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1774" y="3998294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DE89357-2C91-2287-087C-65C411E363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877" y="3995129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813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7E704-F0A4-BE7B-718B-635FE81D2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B903284D-A8C7-DB50-A216-409A63D1AAD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C4AF084-4398-2630-D385-CCF55365FA44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Kai is walking and staring at his phone</a:t>
            </a:r>
            <a:endParaRPr lang="en-CN" sz="30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9D1AA5B-A820-731D-9520-A95D20704A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811" y="194996"/>
            <a:ext cx="2905869" cy="53476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CEF6B4-9E03-A947-B839-AE75176783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0"/>
            <a:ext cx="3870960" cy="599648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3456F92-27B5-E559-920F-11C5180D01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6711" y="4272811"/>
            <a:ext cx="1027288" cy="31887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92C7FAD-2DFD-6AFD-DF80-8B791F7B7D2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00720" y="4094547"/>
            <a:ext cx="1053833" cy="53125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CD85258-ABB0-B7CB-A830-A8F00D3EC75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6157" y="4094547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0618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4D741-FAC1-00B3-5707-86328EB31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E89A4984-37F6-A66C-723F-64252FB9A5E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BE0E39-5825-7F72-E5CE-142162B11CCF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Kai is walking and staring at his phone</a:t>
            </a:r>
            <a:endParaRPr lang="en-CN" sz="30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357E17-53A2-714F-113C-29BE996271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6291" y="194996"/>
            <a:ext cx="2905869" cy="534760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CF5D81D-AC6A-68A8-1D3B-ECEBC64AF5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0"/>
            <a:ext cx="3870960" cy="599648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4615C62-D9EF-BA95-F4AD-D53DC77396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6711" y="4272811"/>
            <a:ext cx="1027288" cy="31887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BA99BAE-FE44-BAE7-3AAF-02D52D94BF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00720" y="4094547"/>
            <a:ext cx="1053833" cy="5312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5B2FE1B-1B46-F687-5ADD-44146A39E1F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6157" y="4094547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8812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06E97-4E3B-BC55-A4CA-6EC8E033E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4FBD259-43D4-46B7-C454-4A1ECE61BD4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479324B-7B89-EC83-6F2D-215307CDEB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9628" y="-276999"/>
            <a:ext cx="4112744" cy="629159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72785C0-47D4-8417-7D55-9E6C7281C222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Oh no! Kai bumps into Ruby!</a:t>
            </a:r>
            <a:endParaRPr lang="en-CN" sz="3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AEB908-5572-3414-4EC7-1D1D356311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7842" y="2754735"/>
            <a:ext cx="1307517" cy="55399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46A17B5-FEB6-E6E9-11D3-02B5F60DDF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526606">
            <a:off x="7865010" y="2975823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05CBBF6-13C3-9911-9CE5-7A83102F17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67185">
            <a:off x="8147089" y="2969742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6672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AEF74-CBBE-52B0-7C7E-4EB27B246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00A84FE-8F3C-715A-6EEC-AEBFA477B52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626DEEB-E585-7619-32DB-A26B3FB285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39628" y="-276999"/>
            <a:ext cx="4112744" cy="629159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48992FD-0BFB-1B8A-63B2-A880E80FA1C3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2 of Ruby’s cookies fell!</a:t>
            </a:r>
            <a:endParaRPr lang="en-CN" sz="3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5C1210A-D995-5CB0-F36A-BBAB79D459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87842" y="2754735"/>
            <a:ext cx="1307517" cy="55399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FFA50CA-CD03-6E0F-0B14-19F8A88665E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526606">
            <a:off x="7865010" y="2975823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4FBD905-9B51-19AB-8263-1B9FFC5ED8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67185">
            <a:off x="8147089" y="2969742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8257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B28B9-24AD-CDB0-565D-879EC5185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0336CFCF-5311-2BEB-37C5-8D34FD559F9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655045" cy="6858000"/>
          </a:xfrm>
          <a:prstGeom prst="rect">
            <a:avLst/>
          </a:prstGeom>
        </p:spPr>
      </p:pic>
      <p:pic>
        <p:nvPicPr>
          <p:cNvPr id="3" name="Picture 2" descr="Ruby.png">
            <a:extLst>
              <a:ext uri="{FF2B5EF4-FFF2-40B4-BE49-F238E27FC236}">
                <a16:creationId xmlns:a16="http://schemas.microsoft.com/office/drawing/2014/main" id="{2BC4D894-8E5D-0B61-2C1D-DA1BB85388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6488" y="525447"/>
            <a:ext cx="3802149" cy="5071349"/>
          </a:xfrm>
          <a:prstGeom prst="rect">
            <a:avLst/>
          </a:prstGeom>
        </p:spPr>
      </p:pic>
      <p:pic>
        <p:nvPicPr>
          <p:cNvPr id="2" name="Picture 1" descr="kai.png">
            <a:extLst>
              <a:ext uri="{FF2B5EF4-FFF2-40B4-BE49-F238E27FC236}">
                <a16:creationId xmlns:a16="http://schemas.microsoft.com/office/drawing/2014/main" id="{6AA7F390-7291-063F-9B22-465BEF34E5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8901" y="525447"/>
            <a:ext cx="3859690" cy="528724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2E65E0-B52A-82C9-123D-92EC37FC1305}"/>
              </a:ext>
            </a:extLst>
          </p:cNvPr>
          <p:cNvSpPr txBox="1"/>
          <p:nvPr/>
        </p:nvSpPr>
        <p:spPr>
          <a:xfrm>
            <a:off x="2239500" y="5596796"/>
            <a:ext cx="8229600" cy="1015663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>
              <a:defRPr sz="3000"/>
            </a:pPr>
            <a:r>
              <a:rPr lang="en-US" sz="3000" b="1" dirty="0"/>
              <a:t>Kai still has 7 cookies. Ruby now has </a:t>
            </a:r>
            <a:r>
              <a:rPr lang="en-US" altLang="zh-CN" sz="3000" b="1" dirty="0"/>
              <a:t>0</a:t>
            </a:r>
            <a:r>
              <a:rPr lang="en-US" sz="3000" b="1" dirty="0"/>
              <a:t> cookies.</a:t>
            </a:r>
            <a:endParaRPr lang="en-CN" sz="4400" b="1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0B02584-3C5F-29A8-AD6C-8AA904F795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6823" y="4169375"/>
            <a:ext cx="1027288" cy="31887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B0FA563-19FC-D6BA-4512-9CCB6A682BF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826633" y="4191706"/>
            <a:ext cx="457200" cy="2240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28228D-8977-27A6-CC1E-6DC5FBBB33B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151072" y="4169374"/>
            <a:ext cx="457200" cy="2240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2DD70C8-84BD-9E94-C483-74DF115F9C3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961867" y="4119191"/>
            <a:ext cx="457200" cy="22402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628228D-8977-27A6-CC1E-6DC5FBBB33B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150583" y="4086927"/>
            <a:ext cx="457200" cy="2240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4FBD8AC-684F-E02D-6030-53482B73C59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730794" y="4103059"/>
            <a:ext cx="457200" cy="22402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73D7933-C9E3-7926-FA67-2FAFF96FEEA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839595" y="5097085"/>
            <a:ext cx="812666" cy="4113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70D7C0E-46BF-4C5F-9041-764798C8364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491159" y="4962073"/>
            <a:ext cx="812666" cy="4113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1A24C78-35C8-C1A9-AEA2-EB747D2A81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8486" y="4044792"/>
            <a:ext cx="1027288" cy="31887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90E37EAB-61A9-F97A-A227-26ECDFF8BA4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800884" y="4035320"/>
            <a:ext cx="457200" cy="22402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D6C4C88-C28E-5ACF-ABB3-1B603ED532E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965785" y="4001823"/>
            <a:ext cx="457200" cy="22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690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806</TotalTime>
  <Words>60</Words>
  <Application>Microsoft Macintosh PowerPoint</Application>
  <PresentationFormat>Widescreen</PresentationFormat>
  <Paragraphs>13</Paragraphs>
  <Slides>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Katie Lan</dc:creator>
  <cp:lastModifiedBy>Katie Lan</cp:lastModifiedBy>
  <cp:revision>34</cp:revision>
  <dcterms:created xsi:type="dcterms:W3CDTF">2026-05-04T04:54:08Z</dcterms:created>
  <dcterms:modified xsi:type="dcterms:W3CDTF">2026-05-30T05:34:12Z</dcterms:modified>
</cp:coreProperties>
</file>