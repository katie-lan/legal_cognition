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4" r:id="rId6"/>
    <p:sldId id="277" r:id="rId7"/>
    <p:sldId id="284" r:id="rId8"/>
    <p:sldId id="286" r:id="rId9"/>
    <p:sldId id="281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44"/>
    <p:restoredTop sz="94635"/>
  </p:normalViewPr>
  <p:slideViewPr>
    <p:cSldViewPr snapToGrid="0">
      <p:cViewPr varScale="1">
        <p:scale>
          <a:sx n="105" d="100"/>
          <a:sy n="105" d="100"/>
        </p:scale>
        <p:origin x="192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7204D-94FF-4B41-A15A-34D148B68ED1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032E9-43AE-A74A-8C1A-74C9EB4BDD4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0996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79EF-AA5C-E4B2-0E37-E6EA1E2A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CA8ED-215E-C3E4-E1A5-5FE9DDC1F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ADED6-A1C7-5177-C375-A69E35AFA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6603-5A8F-B258-6B00-2DC22CD12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901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8FF4D-EE64-EE76-C11A-A62A68CC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FB892D-C876-1185-24CA-2528B8CE8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B814B-C221-4D17-EE75-5EAE57925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CAE95-9459-441C-B742-426F5CAD82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609510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9904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69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809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629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040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031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1952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495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846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3835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82490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822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E395EB-8A30-D731-043E-C7E690A6B0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6ED46F7-D4CD-04F7-3782-E90379787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Kai.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9E97-4D27-B277-E553-3B3339D8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68F7B9-31A5-A9DB-2A50-0E4AB7D66A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9902C0DD-55D7-7130-49F8-CC99743A2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2BB21-1A5D-0BEF-81E4-B2D2D1ADB56B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Kai has 7 cookies.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E33A2-60F3-CEFA-B32F-4A9F5B7BB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4B04F2-0C75-779B-B8D0-21D2127BD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24E03-3565-E016-15D4-D6677E06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CB09E-9BC5-ACF4-66E4-330AC62C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E4DB8-B043-8825-4D94-E4C291B03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3DA7C0-DA0D-0FFE-9222-9F0FFF77E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ABD6D-6CC1-BFBC-2F91-05E1DFC82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04B178-D4AB-73D2-5DD2-7A95FAFA1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79A82-ACC3-2CAD-5DD0-486AF29C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2F2CA7-8EB2-55EF-143E-033E21963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093D1CFB-1E86-AB9B-0683-19B6A857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61B66-6DAB-D86B-63B5-C917987481B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Ruby.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49720-D621-8945-1642-BC095E9C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B49CEC-0751-3FC3-1A8D-3EB037EB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A6279D61-C54F-77C1-63A1-4468B62A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62790B-608F-B21B-D5BD-D05789657D8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Ruby </a:t>
            </a:r>
            <a:r>
              <a:rPr lang="en-CN" sz="3000" b="1"/>
              <a:t>has 2 </a:t>
            </a:r>
            <a:r>
              <a:rPr lang="en-CN" sz="3000" b="1" dirty="0"/>
              <a:t>cookies.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9B0BD7-5B19-C28C-E795-3D5978946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765" y="4176558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B02017-9861-5A88-3120-D8ECB6B38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774" y="399829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9357-2C91-2287-087C-65C411E36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877" y="3995129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903284D-A8C7-DB50-A216-409A63D1AA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is walking and staring at his phone.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1AA5B-A820-731D-9520-A95D20704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CEF6B4-9E03-A947-B839-AE75176783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3456F92-27B5-E559-920F-11C5180D0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2C7FAD-2DFD-6AFD-DF80-8B791F7B7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D85258-ABB0-B7CB-A830-A8F00D3EC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89A4984-37F6-A66C-723F-64252FB9A5E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is walking and staring at his phone.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357E17-53A2-714F-113C-29BE99627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F5D81D-AC6A-68A8-1D3B-ECEBC64AF5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615C62-D9EF-BA95-F4AD-D53DC7739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99BAE-FE44-BAE7-3AAF-02D52D94BF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B2FE1B-1B46-F687-5ADD-44146A39E1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6E97-4E3B-BC55-A4CA-6EC8E033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FBD259-43D4-46B7-C454-4A1ECE61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9324B-7B89-EC83-6F2D-215307CD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2785C0-47D4-8417-7D55-9E6C7281C22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Kai bumps into Ruby!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AEB908-5572-3414-4EC7-1D1D35631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2" y="2754735"/>
            <a:ext cx="1307517" cy="553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A17B5-FEB6-E6E9-11D3-02B5F60DD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CBBF6-13C3-9911-9CE5-7A83102F1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EF74-CBBE-52B0-7C7E-4EB27B24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0A84FE-8F3C-715A-6EEC-AEBFA477B52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26DEEB-E585-7619-32DB-A26B3FB28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48992FD-0BFB-1B8A-63B2-A880E80FA1C3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Ruby’s cookies fall!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C1210A-D995-5CB0-F36A-BBAB79D45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2" y="2754735"/>
            <a:ext cx="1307517" cy="553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FA50CA-CD03-6E0F-0B14-19F8A88665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FBD905-9B51-19AB-8263-1B9FFC5ED8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825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336CFCF-5311-2BEB-37C5-8D34FD559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2BC4D894-8E5D-0B61-2C1D-DA1BB8538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AA7F390-7291-063F-9B22-465BEF34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Kai still has 7 cookies. Ruby now has </a:t>
            </a:r>
            <a:r>
              <a:rPr lang="en-US" altLang="zh-CN" sz="3000" b="1" dirty="0"/>
              <a:t>0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A24C78-35C8-C1A9-AEA2-EB747D2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486" y="4044792"/>
            <a:ext cx="1027288" cy="3188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0E37EAB-61A9-F97A-A227-26ECDFF8BA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00884" y="4035320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D6C4C88-C28E-5ACF-ABB3-1B603ED53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5785" y="4001823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60</Words>
  <Application>Microsoft Macintosh PowerPoint</Application>
  <PresentationFormat>Widescreen</PresentationFormat>
  <Paragraphs>13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34</cp:revision>
  <dcterms:created xsi:type="dcterms:W3CDTF">2026-05-04T04:54:08Z</dcterms:created>
  <dcterms:modified xsi:type="dcterms:W3CDTF">2026-05-30T05:34:12Z</dcterms:modified>
</cp:coreProperties>
</file>