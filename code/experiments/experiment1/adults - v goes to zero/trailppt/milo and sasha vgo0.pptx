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7" r:id="rId6"/>
    <p:sldId id="278" r:id="rId7"/>
    <p:sldId id="279" r:id="rId8"/>
    <p:sldId id="281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88"/>
    <p:restoredTop sz="95435"/>
  </p:normalViewPr>
  <p:slideViewPr>
    <p:cSldViewPr snapToGrid="0">
      <p:cViewPr varScale="1">
        <p:scale>
          <a:sx n="98" d="100"/>
          <a:sy n="98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3CA06-3532-8149-B1A9-7B7B5D6D50D9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905F9-A020-D749-BF7B-817DC1A52C4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329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E57D-6BA6-E545-E89D-E6B7F10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B48E3-3BFA-1DAB-CACC-0B4EF6BA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B01B-97B6-D494-865E-B2CAC7CA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61A7D-A009-E3C2-3DF0-DAAEB51D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7984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4828-8FBC-DE9D-9C99-9A40899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F04B-EE14-EE04-8717-63138984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909E-EB72-5403-5A7E-33C0DAF7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56F0-736B-B989-30F3-4D5C66383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565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11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0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06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16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0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72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2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0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9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D1830-6017-CC82-71B1-F5AE4D529D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744EDD64-BD80-D3D6-AC8A-9D8A7A17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Milo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6C83-3651-6528-5771-DA094C2A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93139F-FDE2-2C9E-ECE9-8B8E01B33C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1577B1E7-2848-7FDE-6A59-36DB42B6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1C95C-E14B-6687-F0A5-058744C38DF5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Milo has 5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BFB73-0260-8449-7830-9E496D6E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316969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A2F2F-787E-DE55-16FA-D02B4F3E2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4135530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141CF-2CE7-F0E8-0199-781971BD7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4051340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44247-5C6E-DBC5-6629-038579D4D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4051340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FF628-AD49-E2F1-4296-082C3EBCF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98157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D31A0-1B1C-F8AB-F2A4-00BEA4E9A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4133973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2F37-547E-C6E5-6BEB-AECD51A0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EFC9E-18AB-655E-6032-31DBC231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CC2CE0CF-5A09-41A1-0CAB-33782C6A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0D094-F7B7-8717-1B50-12102C22ABD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Sasha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33D0-F14A-3F36-B9CC-5E7D3ED7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0C98B6C-C8EB-4FCA-FCF1-6B308886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A464FCAC-5900-4820-4BBE-B9D76AE2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3C2509-1F91-F0E0-7133-D4D65CFC43A8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has </a:t>
            </a:r>
            <a:r>
              <a:rPr lang="en-US" altLang="zh-CN" sz="3000" b="1" dirty="0"/>
              <a:t>2</a:t>
            </a:r>
            <a:r>
              <a:rPr lang="en-CN" sz="3000" b="1" dirty="0"/>
              <a:t> cookies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2C84-C23B-E819-7066-C0B856F67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BB92D-C544-89B6-79D7-197C2740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43BB2-66D7-CDB2-C722-1AF8AF838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9386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45E4009-C750-E11C-722E-A5B947AA30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Milo is angry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C3599-9E87-F801-BF1C-A5BCDB08A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91960" y="89210"/>
            <a:ext cx="3682603" cy="5648387"/>
          </a:xfrm>
          <a:prstGeom prst="rect">
            <a:avLst/>
          </a:prstGeom>
        </p:spPr>
      </p:pic>
      <p:pic>
        <p:nvPicPr>
          <p:cNvPr id="3" name="Picture 2" descr="Sasha.png">
            <a:extLst>
              <a:ext uri="{FF2B5EF4-FFF2-40B4-BE49-F238E27FC236}">
                <a16:creationId xmlns:a16="http://schemas.microsoft.com/office/drawing/2014/main" id="{A2FA7D5D-CB47-6BDA-AD52-DE084A1EE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16A219-D480-613B-9551-A1EB51B27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BBBBF-D087-7082-5575-C114FC738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4FA6-3F4E-F3AC-6729-69B9E8FB8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393" y="369047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7C20-83CD-CCD8-0931-0646C535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83FF42-C2EE-B225-B835-659FAE6BF8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1374A-6809-8D6C-B752-7AE03218C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E85F3-6BE9-25D6-D575-EE0C4E97711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He walks over</a:t>
            </a:r>
            <a:endParaRPr lang="en-CN" sz="3000" b="1" dirty="0"/>
          </a:p>
        </p:txBody>
      </p:sp>
      <p:pic>
        <p:nvPicPr>
          <p:cNvPr id="3" name="Picture 2" descr="Sasha.png">
            <a:extLst>
              <a:ext uri="{FF2B5EF4-FFF2-40B4-BE49-F238E27FC236}">
                <a16:creationId xmlns:a16="http://schemas.microsoft.com/office/drawing/2014/main" id="{83A05A75-FF4C-C514-403D-B090DEFC7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5EBA9E-C2D1-43B9-BF3D-7220834FA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19EDD7-ECC5-3281-6964-9905D5606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2C606E-6332-C921-B50F-364C160FDB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393" y="369047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272-D454-5976-D061-0808C410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6AD039-72EA-F387-6806-51C8788D49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97A030-D975-1C16-42A6-536DEDBB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773" y="-58187"/>
            <a:ext cx="4115035" cy="5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5E57A-457B-6752-468F-59ED9FF7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075" y="0"/>
            <a:ext cx="5029850" cy="5932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AF3F1A-66A0-B6A4-6BD5-A9D97149529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And hit 2 of Sasha’s cookies!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2F998-5D2C-7772-536C-080FC95BA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1F17A2-233B-DFD5-2FAC-DB4552E0C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46092">
            <a:off x="6873038" y="332463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5B3AE-F336-9F79-B420-6C1081D4D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41334">
            <a:off x="7232968" y="367757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5558EB-AC0A-D28E-925E-BC5FA1D21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Sasha.png">
            <a:extLst>
              <a:ext uri="{FF2B5EF4-FFF2-40B4-BE49-F238E27FC236}">
                <a16:creationId xmlns:a16="http://schemas.microsoft.com/office/drawing/2014/main" id="{BCA58B08-CF64-7A50-C3DB-C5D8D299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A6B494FA-B845-081A-E6E9-C3429EF3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Milo still has 5 cookies. Sasha now has </a:t>
            </a:r>
            <a:r>
              <a:rPr lang="en-US" altLang="zh-CN" sz="3000" b="1" dirty="0"/>
              <a:t>0</a:t>
            </a:r>
            <a:r>
              <a:rPr lang="en-US" sz="3000" b="1" dirty="0"/>
              <a:t>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42</Words>
  <Application>Microsoft Macintosh PowerPoint</Application>
  <PresentationFormat>Widescreen</PresentationFormat>
  <Paragraphs>11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26</cp:revision>
  <dcterms:created xsi:type="dcterms:W3CDTF">2026-05-04T06:00:58Z</dcterms:created>
  <dcterms:modified xsi:type="dcterms:W3CDTF">2026-05-30T05:11:47Z</dcterms:modified>
</cp:coreProperties>
</file>