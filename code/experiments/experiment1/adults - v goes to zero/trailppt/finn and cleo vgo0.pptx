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9" r:id="rId2"/>
    <p:sldId id="270" r:id="rId3"/>
    <p:sldId id="272" r:id="rId4"/>
    <p:sldId id="271" r:id="rId5"/>
    <p:sldId id="259" r:id="rId6"/>
    <p:sldId id="273" r:id="rId7"/>
    <p:sldId id="274" r:id="rId8"/>
    <p:sldId id="279" r:id="rId9"/>
    <p:sldId id="278" r:id="rId10"/>
    <p:sldId id="282" r:id="rId11"/>
    <p:sldId id="281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720"/>
    <p:restoredTop sz="94643"/>
  </p:normalViewPr>
  <p:slideViewPr>
    <p:cSldViewPr snapToGrid="0">
      <p:cViewPr varScale="1">
        <p:scale>
          <a:sx n="96" d="100"/>
          <a:sy n="96" d="100"/>
        </p:scale>
        <p:origin x="20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2C952-A3D1-EF4D-816B-FB11FD81CAE9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59BB0-A918-7B4A-B40D-BFA213C9257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9721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6033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8501-98C5-9F61-78FF-BF15366A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AD1B5-C076-3DE9-5B44-17BDC19C6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74EA1-9E66-EF93-A2FC-13EA4D500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959E0-593F-14A6-3E0C-5654FD2B3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7231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D3F6D-4249-51CD-E726-E8DA71D85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FF3C7-D0AF-CC6F-D6AB-CB1D8CB65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821CF-016A-055A-0936-A6270E716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E5C7C-A368-4C81-2272-466EE5D16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09198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1E808-6F37-E195-38B2-D2BDA8813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FE558-77A4-6C0D-8585-FBA8AFE3E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DF4CA2-C935-2B52-6424-AEFC61C3E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ABC7E-A71A-B05B-2015-8BB049CBE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5548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EC3E1-1769-6F5B-F162-EF968FADB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96E92-8878-00C1-80A5-C7F38D0CD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E835F-86BF-8AB2-CD32-ABEA64FB6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F9B17-DC2D-A296-56C9-9DC5DB44E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6505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315F1-1E32-9694-4B5B-9B162AB05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488C1-FD06-A2DE-18D9-816EC5FA4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F867A3-61A7-7608-3F3B-204D096C4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82A33-D554-92CB-9D20-FC805E6736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64468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5870-5D5E-704D-C7E9-05DA9B872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811A8-AEC6-9A95-FF28-C0216AA77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81B68-CDCF-72E9-CD5E-57502E19D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1EC48-F602-2B16-036D-C6A30AA70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1E11A-3AD2-55B3-CAA1-C87A50A05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8397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1B70-F360-6E05-724D-DDCB2EB5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CDCEC-DA1B-75AC-7172-EFDDC7E88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24861-5994-A952-2B50-81DFE3BD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8740D-CC59-8627-9F37-04235DC0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86D53-43E2-C568-0A0B-10E8B308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84329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072A6-CB0A-3595-5F6F-4D15B7C4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1EC1E-4577-BA68-410D-2CC5A940C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DBFAC-024D-25BC-4260-2A3D7CDA5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DEDF9-0725-8169-F0B0-3E53984F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BC3EA-4865-0D08-D29F-C06BC0390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9650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DE0B-4AA8-9194-8363-52E73858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3BEDF-769B-FD45-ABAC-5180DEFDA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6A99E-6486-4A2C-F291-0955282ED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2FC3F-FEAB-8C4F-0F57-D1E9CE262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7CC6D-68C8-F863-E1EE-1581F4C6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E63CC-7B69-32FD-4D44-582CA38B8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68219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C44C-928D-6CFB-9221-E3045C0A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E472-98D5-2DD9-A379-F59BBF215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52C9F-CB6A-DA83-234A-1AC4DBC75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F27C5F-5A96-5CDA-D45A-E5CE662B1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70608-616B-FA99-CCE2-15C47E273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A4DE7-1C7D-1BA4-AEFB-D1199DFD2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1C7DA-FFC4-7DB0-CDA4-D87ACAED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18D5BE-9203-42B1-FCD1-BA504D27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437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487A-D67F-1550-FE2E-6048FF42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EC553A-4712-9071-46B1-03AC2DE3A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FC68D-67C6-3A8B-7D81-3C403CF6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0BCB8-F0E6-1E2F-D23F-AA2ABDA0C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3020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B4455-AD96-2D08-0423-58DD96A2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9A3BD-EEB2-A874-A74E-5D00D31C9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070A6-EA38-0C18-D61C-EDB967D8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30400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046F-4808-4847-F549-234463FED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F572A-0979-C07F-B79C-7563BA736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DE6BB-46B2-D3AE-C7B4-47FE7D987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1C217-159C-B500-5E5A-28965ADA3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C3053-3EB3-8F87-6BB4-3D7696A20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81A8A-D0E2-F4D2-B2E4-C8C3C60F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692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C9BB8-A74A-4478-4B98-D6BF5DCB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2EFC3-A23B-6A5F-02B8-5CD6F28A5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003A3-DDC5-981C-F1B1-5CEB15BE9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36AA1-E751-AEA8-AB48-CF3AFEC1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1A6B7-32F0-061D-9D73-F0F9CE2B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2EA71-ABBE-A975-E092-B5C7E513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4490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74EDD-2F34-BAB5-FDF4-2054A37C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EB009-F71C-46A6-6EEA-0E093F9F7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6CE66-B83C-3BA5-5C4C-DF75FE6A2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B9508-7932-C297-D23C-3889F847D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0ED57-4C1C-6655-21E6-D258C919C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35782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5DD1CF-DD57-54FC-0EEC-7C6B765A8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0941A1-A482-5C8E-D3C7-D6957CD13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250C8-2604-0DAC-5E52-B6A8A9C16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56D6-01FA-6542-9E97-3B07E95D8CD7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90E1C-ECFE-8F0E-1BB1-F4E89CB3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879DA-B1CE-68A4-6D33-2E195680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52073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CEB68-D4C0-1594-E471-97D6D501A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26CEB-C8F7-9FC0-1491-13DD84DFC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61773-03F1-C669-E49C-7CC5C7612E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56D6-01FA-6542-9E97-3B07E95D8CD7}" type="datetimeFigureOut">
              <a:rPr lang="en-CN" smtClean="0"/>
              <a:t>2026/5/25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5406F-3746-4674-2E24-27E32C479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33A55-8BB5-058C-E0D9-8A33E7D03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8F887-09CF-4D4B-9057-173251B9F2A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83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EA4300-FC54-2E79-8C91-53F5529249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D4881A-E1E2-BEEC-88A6-81B796C60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113681"/>
            <a:ext cx="4134273" cy="56654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Finn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EFC81-289B-AD5E-84F6-1DC4E3C9F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CBCCAA6-D6F8-EFDE-8ACD-23BF2A6902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AAC576-9748-E4B4-CD62-39759C9AD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113681"/>
            <a:ext cx="4134273" cy="56654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90F8AD-05AA-83B1-FEBD-C11A265407A4}"/>
              </a:ext>
            </a:extLst>
          </p:cNvPr>
          <p:cNvSpPr txBox="1"/>
          <p:nvPr/>
        </p:nvSpPr>
        <p:spPr>
          <a:xfrm>
            <a:off x="3192651" y="5734196"/>
            <a:ext cx="580669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2800" b="1" dirty="0"/>
              <a:t>Finn has </a:t>
            </a:r>
            <a:r>
              <a:rPr lang="en-US" altLang="zh-CN" sz="2800" b="1" dirty="0"/>
              <a:t>5</a:t>
            </a:r>
            <a:r>
              <a:rPr lang="en-CN" sz="2800" b="1" dirty="0"/>
              <a:t> cookies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BE8798-A672-E389-1FFE-F71A5BEC2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16A545-C50B-2769-D2D6-00747EC71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96F734-E068-17DA-1A06-F3A7391D7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404" y="3850924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CAE055-2794-CA49-0B73-3423BF492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850924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CBCF00-0095-2C57-D486-81F5532FF3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436" y="3781157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662101-EF39-D6FA-B98F-4F0E2E93D9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836" y="393355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4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4A1D7-E61F-EF0E-B2D7-C87215B08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F0E317-6736-2453-98C2-FDC06DD75F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A6BE52-AFDB-245B-10C6-E39705113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47" y="1"/>
            <a:ext cx="3407875" cy="5995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5420A7-016A-0729-45D8-CA2EE21C7D3D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Cleo</a:t>
            </a:r>
          </a:p>
        </p:txBody>
      </p:sp>
    </p:spTree>
    <p:extLst>
      <p:ext uri="{BB962C8B-B14F-4D97-AF65-F5344CB8AC3E}">
        <p14:creationId xmlns:p14="http://schemas.microsoft.com/office/powerpoint/2010/main" val="803608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AFB15-36D2-DF7D-4122-ADFEC80B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5DC0E05-438B-F533-E42D-6518849891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C7F4BB-2AC6-F6B9-8D65-0AE901138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47" y="1"/>
            <a:ext cx="3407875" cy="5995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66BD51-7B61-5921-C007-084AA1B8EA6B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Cleo has </a:t>
            </a:r>
            <a:r>
              <a:rPr lang="en-US" sz="3000" b="1" dirty="0"/>
              <a:t>2</a:t>
            </a:r>
            <a:r>
              <a:rPr lang="en-CN" sz="3000" b="1" dirty="0"/>
              <a:t> cookies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74D055-A9E2-3962-602B-E2D89EB0C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5732E4-EE3F-7AC9-F41F-0B9F2C1A2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B36B0A-6D76-5E75-2AF0-45056D341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9815" y="3943688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82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F9D6370-7401-CF71-F57F-ACF6CD8380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15150D-7B36-847D-386B-6BFEDA0BF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067" y="0"/>
            <a:ext cx="3125078" cy="55401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93FCA58-2302-E826-0386-4DB881D71FA9}"/>
              </a:ext>
            </a:extLst>
          </p:cNvPr>
          <p:cNvSpPr txBox="1"/>
          <p:nvPr/>
        </p:nvSpPr>
        <p:spPr>
          <a:xfrm>
            <a:off x="1981200" y="5737597"/>
            <a:ext cx="82296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Finn spills water</a:t>
            </a:r>
          </a:p>
        </p:txBody>
      </p:sp>
    </p:spTree>
    <p:extLst>
      <p:ext uri="{BB962C8B-B14F-4D97-AF65-F5344CB8AC3E}">
        <p14:creationId xmlns:p14="http://schemas.microsoft.com/office/powerpoint/2010/main" val="210859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E704-F0A4-BE7B-718B-635FE81D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FABB6D-B9DE-A664-445E-CDB1E2F751B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3083F1-1314-4BE1-25D5-D842F27D1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4AF084-4398-2630-D385-CCF55365FA44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Finn doesn’t clean it up and walked away</a:t>
            </a:r>
            <a:endParaRPr lang="en-CN" sz="3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56862C-A504-9616-8945-1963FEA50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303" y="0"/>
            <a:ext cx="4049251" cy="554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61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5AC12-DECF-BA92-24A2-62B0AD60C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BDFD2-3B18-3E39-F5F0-B169A3444FA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52271C-180F-8EB9-B6A6-5A8B564FBE01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Finn doesn’t clean it up and walked away</a:t>
            </a:r>
            <a:endParaRPr lang="en-CN" sz="3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3E3E39-F754-D846-8C33-04FFA0350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749" y="197486"/>
            <a:ext cx="4049251" cy="55401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CF0E77F-6033-1002-59EE-1205A083D1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19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82 0.03681 L 0.51589 0.03681 " pathEditMode="relative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3E71D-1638-4434-AE96-4DDDBA7F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94A06B0-E3A3-DFC6-3948-72F1FD23D08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9F7929-476A-41AA-A768-930B2F479BA2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Cleo walks in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4DA3BE-883B-036A-DA5A-726DF3C1C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16F270-891D-8D92-35BE-9187E96C38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1" y="167007"/>
            <a:ext cx="3583199" cy="57375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20E286-543C-46CF-BF2B-73113717C8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2081" y="3755527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6F5DBB-0D13-BE4A-D588-71BA011C21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6090" y="3574088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6C0EDA-C5AD-8944-80E8-439633B6B9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1527" y="3574088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43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91271-9D2E-A834-E4E8-85BA57F5F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D6CEE63-726C-1E13-F7B7-F794EF03173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757714-3441-EB72-6E83-648846D75873}"/>
              </a:ext>
            </a:extLst>
          </p:cNvPr>
          <p:cNvSpPr txBox="1"/>
          <p:nvPr/>
        </p:nvSpPr>
        <p:spPr>
          <a:xfrm>
            <a:off x="1981200" y="5737597"/>
            <a:ext cx="82296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3200" b="1" dirty="0"/>
              <a:t>Oh no! Cleo slipped on the water!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2B95C1-0D36-F7FA-F82A-A61A3CC4F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61E0FF-40B2-9C4A-8E97-89E6091B4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820" y="34979"/>
            <a:ext cx="3464337" cy="5768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F5FF9B-3308-377F-6DB2-10D06FA2B1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4281" y="3450727"/>
            <a:ext cx="1027288" cy="3188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5114C9-5B3D-51A5-1F21-43F53315D7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8290" y="3269288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2BD6C7-6CA7-16CE-41CD-C7A60E2C9D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6799" y="3272322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296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885BD-F3ED-F8C8-760D-E98960EF7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6CE5410-D0A5-CBF4-C459-72E5E2FE4DC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E6040C1-923D-84DF-091B-BF554FD54961}"/>
              </a:ext>
            </a:extLst>
          </p:cNvPr>
          <p:cNvSpPr txBox="1"/>
          <p:nvPr/>
        </p:nvSpPr>
        <p:spPr>
          <a:xfrm>
            <a:off x="1981200" y="5737597"/>
            <a:ext cx="82296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 of Cleo’s cookies fell!</a:t>
            </a:r>
            <a:endParaRPr lang="en-CN" sz="32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FC8C28-AC52-A7F3-29DF-C8384B3C3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A639E6-3F93-3EFC-AD1F-F2C50225E7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820" y="34979"/>
            <a:ext cx="3464337" cy="5768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D0137D-CEFF-908D-2C11-F683930711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4281" y="3450727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3E18A4-2EB9-D907-DF63-B7D67E89F5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528" y="4815881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ED7A65-ED32-7231-19CF-7975C6E36C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4273" y="498221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342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FC85BD7-F475-D454-993F-A912059080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20025"/>
          <a:stretch>
            <a:fillRect/>
          </a:stretch>
        </p:blipFill>
        <p:spPr>
          <a:xfrm>
            <a:off x="-114300" y="0"/>
            <a:ext cx="12306300" cy="69134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8EAE580-1B03-850D-6BC2-E668F4507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B60091-74A9-BE6B-1D55-5ED3890C5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736" y="525447"/>
            <a:ext cx="3165364" cy="52872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5A941B-40C9-FF8F-8C15-19B234F8C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823" y="664560"/>
            <a:ext cx="3628511" cy="49724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Finn still has 5 cookies. Cleo now has 0 cookies.</a:t>
            </a:r>
            <a:endParaRPr lang="en-C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D075-1486-25A9-8448-027FAD0335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823" y="4169375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826633" y="4191706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3151072" y="416937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961867" y="4119191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3150583" y="4086927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2730794" y="4103059"/>
            <a:ext cx="457200" cy="224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B13351-712F-79C4-AD6D-C4856CCD6C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528" y="4815881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359F8E-0947-1D43-08AD-65DE847A6E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4273" y="498221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69</Words>
  <Application>Microsoft Macintosh PowerPoint</Application>
  <PresentationFormat>Widescreen</PresentationFormat>
  <Paragraphs>17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31</cp:revision>
  <dcterms:created xsi:type="dcterms:W3CDTF">2026-05-01T23:56:35Z</dcterms:created>
  <dcterms:modified xsi:type="dcterms:W3CDTF">2026-05-26T05:37:15Z</dcterms:modified>
</cp:coreProperties>
</file>