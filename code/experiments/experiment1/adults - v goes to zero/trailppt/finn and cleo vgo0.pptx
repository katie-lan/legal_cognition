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70" r:id="rId3"/>
    <p:sldId id="272" r:id="rId4"/>
    <p:sldId id="271" r:id="rId5"/>
    <p:sldId id="259" r:id="rId6"/>
    <p:sldId id="273" r:id="rId7"/>
    <p:sldId id="274" r:id="rId8"/>
    <p:sldId id="279" r:id="rId9"/>
    <p:sldId id="278" r:id="rId10"/>
    <p:sldId id="282" r:id="rId11"/>
    <p:sldId id="281" r:id="rId1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53"/>
    <p:restoredTop sz="94643"/>
  </p:normalViewPr>
  <p:slideViewPr>
    <p:cSldViewPr snapToGrid="0">
      <p:cViewPr varScale="1">
        <p:scale>
          <a:sx n="96" d="100"/>
          <a:sy n="96" d="100"/>
        </p:scale>
        <p:origin x="1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2C952-A3D1-EF4D-816B-FB11FD81CAE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59BB0-A918-7B4A-B40D-BFA213C9257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97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D3F6D-4249-51CD-E726-E8DA71D8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FF3C7-D0AF-CC6F-D6AB-CB1D8CB65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821CF-016A-055A-0936-A6270E71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E5C7C-A368-4C81-2272-466EE5D16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9198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1E808-6F37-E195-38B2-D2BDA881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FE558-77A4-6C0D-8585-FBA8AFE3E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F4CA2-C935-2B52-6424-AEFC61C3E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BC7E-A71A-B05B-2015-8BB049CBE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554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C3E1-1769-6F5B-F162-EF968FAD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96E92-8878-00C1-80A5-C7F38D0CD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E835F-86BF-8AB2-CD32-ABEA64FB6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F9B17-DC2D-A296-56C9-9DC5DB44E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2650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315F1-1E32-9694-4B5B-9B162AB05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488C1-FD06-A2DE-18D9-816EC5FA4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867A3-61A7-7608-3F3B-204D096C4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2A33-D554-92CB-9D20-FC805E6736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64468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397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84329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6501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821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3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302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040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926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449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78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2073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834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EA4300-FC54-2E79-8C91-53F5529249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D4881A-E1E2-BEEC-88A6-81B796C60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Finn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FC81-289B-AD5E-84F6-1DC4E3C9F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3968364-DBB3-AEBA-9509-098B3E2338F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AC576-9748-E4B4-CD62-39759C9A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90F8AD-05AA-83B1-FEBD-C11A265407A4}"/>
              </a:ext>
            </a:extLst>
          </p:cNvPr>
          <p:cNvSpPr txBox="1"/>
          <p:nvPr/>
        </p:nvSpPr>
        <p:spPr>
          <a:xfrm>
            <a:off x="3192651" y="5734196"/>
            <a:ext cx="5806698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2800" b="1" dirty="0"/>
              <a:t>Finn has </a:t>
            </a:r>
            <a:r>
              <a:rPr lang="en-US" altLang="zh-CN" sz="2800" b="1" dirty="0"/>
              <a:t>5</a:t>
            </a:r>
            <a:r>
              <a:rPr lang="en-CN" sz="2800" b="1" dirty="0"/>
              <a:t>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BE8798-A672-E389-1FFE-F71A5BEC2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704" y="4103301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16A545-C50B-2769-D2D6-00747EC71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1713" y="3921862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96F734-E068-17DA-1A06-F3A7391D7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0127" y="3837672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CAE055-2794-CA49-0B73-3423BF492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174" y="3837672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CBCF00-0095-2C57-D486-81F5532FF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159" y="3767905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662101-EF39-D6FA-B98F-4F0E2E93D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3559" y="3920305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A1D7-E61F-EF0E-B2D7-C87215B08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0E317-6736-2453-98C2-FDC06DD75F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A6BE52-AFDB-245B-10C6-E39705113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5420A7-016A-0729-45D8-CA2EE21C7D3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Cleo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FB15-36D2-DF7D-4122-ADFEC80B2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8DA33B-19FA-761E-077C-CAD0FCF4D3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C7F4BB-2AC6-F6B9-8D65-0AE90113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6BD51-7B61-5921-C007-084AA1B8EA6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Cleo has </a:t>
            </a:r>
            <a:r>
              <a:rPr lang="en-US" sz="3000" b="1" dirty="0"/>
              <a:t>2</a:t>
            </a:r>
            <a:r>
              <a:rPr lang="en-CN" sz="3000" b="1" dirty="0"/>
              <a:t>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D055-A9E2-3962-602B-E2D89EB0C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155" y="4026061"/>
            <a:ext cx="1276132" cy="3961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5732E4-EE3F-7AC9-F41F-0B9F2C1A2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64" y="3793174"/>
            <a:ext cx="1309107" cy="659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B36B0A-6D76-5E75-2AF0-45056D341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89" y="3801748"/>
            <a:ext cx="1309107" cy="65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F9D6370-7401-CF71-F57F-ACF6CD83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15150D-7B36-847D-386B-6BFEDA0BF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3FCA58-2302-E826-0386-4DB881D71FA9}"/>
              </a:ext>
            </a:extLst>
          </p:cNvPr>
          <p:cNvSpPr txBox="1"/>
          <p:nvPr/>
        </p:nvSpPr>
        <p:spPr>
          <a:xfrm>
            <a:off x="1981200" y="5737597"/>
            <a:ext cx="82296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Finn spills water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FABB6D-B9DE-A664-445E-CDB1E2F751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3083F1-1314-4BE1-25D5-D842F27D1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56862C-A504-9616-8945-1963FEA50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5AC12-DECF-BA92-24A2-62B0AD60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BDFD2-3B18-3E39-F5F0-B169A344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52271C-180F-8EB9-B6A6-5A8B564FBE0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3E3E39-F754-D846-8C33-04FFA0350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CF0E77F-6033-1002-59EE-1205A083D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682 0.03681 L 0.51589 0.03681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E71D-1638-4434-AE96-4DDDBA7F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08302D-565E-2E2B-BA85-7098290EEE1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9F7929-476A-41AA-A768-930B2F479BA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Cleo walks in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4DA3BE-883B-036A-DA5A-726DF3C1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16F270-891D-8D92-35BE-9187E96C38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A20E286-543C-46CF-BF2B-73113717C8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6F5DBB-0D13-BE4A-D588-71BA011C21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F6C0EDA-C5AD-8944-80E8-439633B6B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271-9D2E-A834-E4E8-85BA57F5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2757714-3441-EB72-6E83-648846D75873}"/>
              </a:ext>
            </a:extLst>
          </p:cNvPr>
          <p:cNvSpPr txBox="1"/>
          <p:nvPr/>
        </p:nvSpPr>
        <p:spPr>
          <a:xfrm>
            <a:off x="1981200" y="5737597"/>
            <a:ext cx="822960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3200" b="1" dirty="0"/>
              <a:t>Oh no! Cleo slipped on the water!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2B95C1-0D36-F7FA-F82A-A61A3CC4F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1E0FF-40B2-9C4A-8E97-89E6091B4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EDBDFE0-338A-E9EE-94BB-1FADDCECC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97866B-26F7-7CBB-E69A-CA526532E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2045" y="3120730"/>
            <a:ext cx="1624230" cy="8188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AF8851-EF4D-0BBE-399F-F3C3B88B3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8722" y="3068158"/>
            <a:ext cx="1624230" cy="81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BD-F3ED-F8C8-760D-E98960EF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6CE5410-D0A5-CBF4-C459-72E5E2FE4DC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6040C1-923D-84DF-091B-BF554FD54961}"/>
              </a:ext>
            </a:extLst>
          </p:cNvPr>
          <p:cNvSpPr txBox="1"/>
          <p:nvPr/>
        </p:nvSpPr>
        <p:spPr>
          <a:xfrm>
            <a:off x="1981200" y="5737597"/>
            <a:ext cx="822960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2 of Cleo’s cookies fell!</a:t>
            </a:r>
            <a:endParaRPr lang="en-CN" sz="32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FC8C28-AC52-A7F3-29DF-C8384B3C3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A639E6-3F93-3EFC-AD1F-F2C50225E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3E18A4-2EB9-D907-DF63-B7D67E89F5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ED7A65-ED32-7231-19CF-7975C6E36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29258A-B2BE-9AC1-3173-B639D336F1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34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8FC5B14-94B4-8587-B995-63A99397DC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EAE580-1B03-850D-6BC2-E668F4507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B60091-74A9-BE6B-1D55-5ED3890C5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25A941B-40C9-FF8F-8C15-19B234F8C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Finn still has 5 cookies. Cleo now has 0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2584" y="4007248"/>
            <a:ext cx="1330038" cy="4128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47266"/>
            <a:ext cx="1246853" cy="38702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48480" y="4189869"/>
            <a:ext cx="554918" cy="2719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272919" y="4167537"/>
            <a:ext cx="554918" cy="2719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083714" y="4117354"/>
            <a:ext cx="554918" cy="27190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272430" y="4085090"/>
            <a:ext cx="554918" cy="2719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52641" y="4101222"/>
            <a:ext cx="554918" cy="2719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B13351-712F-79C4-AD6D-C4856CCD6C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59F8E-0947-1D43-08AD-65DE847A6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69</Words>
  <Application>Microsoft Macintosh PowerPoint</Application>
  <PresentationFormat>Widescreen</PresentationFormat>
  <Paragraphs>17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33</cp:revision>
  <dcterms:created xsi:type="dcterms:W3CDTF">2026-05-01T23:56:35Z</dcterms:created>
  <dcterms:modified xsi:type="dcterms:W3CDTF">2026-05-30T05:33:06Z</dcterms:modified>
</cp:coreProperties>
</file>